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56" r:id="rId3"/>
    <p:sldId id="257" r:id="rId4"/>
    <p:sldId id="262" r:id="rId5"/>
    <p:sldId id="258" r:id="rId6"/>
    <p:sldId id="287" r:id="rId7"/>
    <p:sldId id="278" r:id="rId8"/>
    <p:sldId id="263" r:id="rId9"/>
    <p:sldId id="279" r:id="rId10"/>
    <p:sldId id="289" r:id="rId11"/>
    <p:sldId id="272" r:id="rId12"/>
    <p:sldId id="285" r:id="rId13"/>
    <p:sldId id="280" r:id="rId14"/>
    <p:sldId id="291" r:id="rId15"/>
    <p:sldId id="273" r:id="rId16"/>
    <p:sldId id="292" r:id="rId17"/>
    <p:sldId id="283" r:id="rId18"/>
    <p:sldId id="264" r:id="rId19"/>
    <p:sldId id="265" r:id="rId20"/>
    <p:sldId id="266" r:id="rId21"/>
    <p:sldId id="267" r:id="rId22"/>
    <p:sldId id="268" r:id="rId23"/>
    <p:sldId id="286" r:id="rId24"/>
    <p:sldId id="290" r:id="rId25"/>
    <p:sldId id="270" r:id="rId26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55696D9-B93B-BF5C-54AC-D55995EC9A17}" name="Beritan Inci" initials="BI" userId="a55ae7e2b71c05da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9B9B9"/>
    <a:srgbClr val="7F7F7F"/>
    <a:srgbClr val="969696"/>
    <a:srgbClr val="B0B0B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4547" autoAdjust="0"/>
    <p:restoredTop sz="94681"/>
  </p:normalViewPr>
  <p:slideViewPr>
    <p:cSldViewPr snapToGrid="0">
      <p:cViewPr varScale="1">
        <p:scale>
          <a:sx n="64" d="100"/>
          <a:sy n="64" d="100"/>
        </p:scale>
        <p:origin x="58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3_5">
  <dgm:title val=""/>
  <dgm:desc val=""/>
  <dgm:catLst>
    <dgm:cat type="accent3" pri="11500"/>
  </dgm:catLst>
  <dgm:styleLbl name="node0">
    <dgm:fillClrLst meth="cycle"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>
        <a:alpha val="9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>
        <a:alpha val="90000"/>
      </a:schemeClr>
      <a:schemeClr val="accent3">
        <a:alpha val="5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/>
    <dgm:txEffectClrLst/>
  </dgm:styleLbl>
  <dgm:styleLbl name="lnNode1">
    <dgm:fillClrLst>
      <a:schemeClr val="accent3">
        <a:shade val="90000"/>
      </a:schemeClr>
      <a:schemeClr val="accent3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shade val="80000"/>
        <a:alpha val="50000"/>
      </a:schemeClr>
      <a:schemeClr val="accent3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3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  <a:alpha val="90000"/>
      </a:schemeClr>
      <a:schemeClr val="accent3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f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bgSibTrans2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/>
    <dgm:txEffectClrLst/>
  </dgm:styleLbl>
  <dgm:styleLbl name="sibTrans1D1">
    <dgm:fillClrLst>
      <a:schemeClr val="accent3">
        <a:shade val="90000"/>
      </a:schemeClr>
      <a:schemeClr val="accent3">
        <a:tint val="50000"/>
      </a:schemeClr>
    </dgm:fillClrLst>
    <dgm:linClrLst>
      <a:schemeClr val="accent3">
        <a:shade val="90000"/>
      </a:schemeClr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3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3">
        <a:shade val="8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>
        <a:tint val="7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>
        <a:tint val="5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>
        <a:alpha val="90000"/>
      </a:schemeClr>
      <a:schemeClr val="accent3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alpha val="90000"/>
        <a:tint val="40000"/>
      </a:schemeClr>
      <a:schemeClr val="accent3">
        <a:alpha val="5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8582B3A-6BD4-41BA-95B8-0C6ECEA896FC}" type="doc">
      <dgm:prSet loTypeId="urn:microsoft.com/office/officeart/2005/8/layout/radial1" loCatId="relationship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endParaRPr lang="es-CL"/>
        </a:p>
      </dgm:t>
    </dgm:pt>
    <dgm:pt modelId="{1B9671FC-917E-4F94-A4E6-E8CF69AFBE93}">
      <dgm:prSet phldrT="[Texto]"/>
      <dgm:spPr/>
      <dgm:t>
        <a:bodyPr/>
        <a:lstStyle/>
        <a:p>
          <a:r>
            <a:rPr lang="es-CL" dirty="0" err="1"/>
            <a:t>Pollulants</a:t>
          </a:r>
          <a:endParaRPr lang="es-CL" dirty="0"/>
        </a:p>
      </dgm:t>
    </dgm:pt>
    <dgm:pt modelId="{4F90AE29-C94C-4ABA-B06C-9A39F61C9958}" type="parTrans" cxnId="{687D6F3D-DA5C-44B8-B504-C2199F672845}">
      <dgm:prSet/>
      <dgm:spPr/>
      <dgm:t>
        <a:bodyPr/>
        <a:lstStyle/>
        <a:p>
          <a:endParaRPr lang="es-CL"/>
        </a:p>
      </dgm:t>
    </dgm:pt>
    <dgm:pt modelId="{3F58DC0D-1D40-46EE-BD2E-68B977AE035D}" type="sibTrans" cxnId="{687D6F3D-DA5C-44B8-B504-C2199F672845}">
      <dgm:prSet/>
      <dgm:spPr/>
      <dgm:t>
        <a:bodyPr/>
        <a:lstStyle/>
        <a:p>
          <a:endParaRPr lang="es-CL"/>
        </a:p>
      </dgm:t>
    </dgm:pt>
    <dgm:pt modelId="{6E033B66-F3D7-41B5-9BA7-C24EDD1BB047}">
      <dgm:prSet custT="1"/>
      <dgm:spPr/>
      <dgm:t>
        <a:bodyPr/>
        <a:lstStyle/>
        <a:p>
          <a:r>
            <a:rPr lang="es-CL" sz="1400" b="1" dirty="0"/>
            <a:t>SO2</a:t>
          </a:r>
        </a:p>
        <a:p>
          <a:r>
            <a:rPr lang="sv-SE" sz="900" b="0" i="1" u="none" dirty="0" err="1"/>
            <a:t>Sulphur</a:t>
          </a:r>
          <a:r>
            <a:rPr lang="sv-SE" sz="900" b="0" i="1" u="none" dirty="0"/>
            <a:t> </a:t>
          </a:r>
          <a:r>
            <a:rPr lang="sv-SE" sz="900" b="0" i="1" u="none" dirty="0" err="1"/>
            <a:t>dioxide</a:t>
          </a:r>
          <a:endParaRPr lang="es-CL" sz="900" dirty="0"/>
        </a:p>
      </dgm:t>
    </dgm:pt>
    <dgm:pt modelId="{88D464B3-0E7F-4453-BB16-89A0851E9A96}" type="parTrans" cxnId="{7287BD81-6C7D-4B64-9528-027923C8D635}">
      <dgm:prSet/>
      <dgm:spPr/>
      <dgm:t>
        <a:bodyPr/>
        <a:lstStyle/>
        <a:p>
          <a:endParaRPr lang="es-CL"/>
        </a:p>
      </dgm:t>
    </dgm:pt>
    <dgm:pt modelId="{94DB0999-E849-4214-A392-C33087FB5FC7}" type="sibTrans" cxnId="{7287BD81-6C7D-4B64-9528-027923C8D635}">
      <dgm:prSet/>
      <dgm:spPr/>
      <dgm:t>
        <a:bodyPr/>
        <a:lstStyle/>
        <a:p>
          <a:endParaRPr lang="es-CL"/>
        </a:p>
      </dgm:t>
    </dgm:pt>
    <dgm:pt modelId="{31125DBC-57CE-46B3-BC5A-D2E9E6EE3D99}">
      <dgm:prSet custT="1"/>
      <dgm:spPr/>
      <dgm:t>
        <a:bodyPr/>
        <a:lstStyle/>
        <a:p>
          <a:r>
            <a:rPr lang="es-CL" sz="1200" b="1" dirty="0" err="1"/>
            <a:t>Etilbenzene</a:t>
          </a:r>
          <a:endParaRPr lang="es-CL" sz="1200" b="1" dirty="0"/>
        </a:p>
        <a:p>
          <a:r>
            <a:rPr lang="sv-SE" sz="900" b="0" i="1" u="none" dirty="0"/>
            <a:t>Colorless </a:t>
          </a:r>
          <a:r>
            <a:rPr lang="sv-SE" sz="900" b="0" i="1" u="none" dirty="0" err="1"/>
            <a:t>liquid</a:t>
          </a:r>
          <a:r>
            <a:rPr lang="sv-SE" sz="900" b="0" i="1" u="none" dirty="0"/>
            <a:t> </a:t>
          </a:r>
          <a:r>
            <a:rPr lang="sv-SE" sz="900" b="0" i="1" u="none" dirty="0" err="1"/>
            <a:t>organic</a:t>
          </a:r>
          <a:r>
            <a:rPr lang="sv-SE" sz="900" b="0" i="1" u="none" dirty="0"/>
            <a:t> </a:t>
          </a:r>
          <a:r>
            <a:rPr lang="sv-SE" sz="900" b="0" i="1" u="none" dirty="0" err="1"/>
            <a:t>compound</a:t>
          </a:r>
          <a:endParaRPr lang="es-CL" sz="900" dirty="0"/>
        </a:p>
      </dgm:t>
    </dgm:pt>
    <dgm:pt modelId="{271CDDEE-20D5-4462-8D83-E8C7670E6023}" type="parTrans" cxnId="{494F46A2-E1D7-48C9-AE1D-04D66E7CF404}">
      <dgm:prSet/>
      <dgm:spPr/>
      <dgm:t>
        <a:bodyPr/>
        <a:lstStyle/>
        <a:p>
          <a:endParaRPr lang="es-CL"/>
        </a:p>
      </dgm:t>
    </dgm:pt>
    <dgm:pt modelId="{5261389E-61CB-4809-AB61-ADAF0F6669B4}" type="sibTrans" cxnId="{494F46A2-E1D7-48C9-AE1D-04D66E7CF404}">
      <dgm:prSet/>
      <dgm:spPr/>
      <dgm:t>
        <a:bodyPr/>
        <a:lstStyle/>
        <a:p>
          <a:endParaRPr lang="es-CL"/>
        </a:p>
      </dgm:t>
    </dgm:pt>
    <dgm:pt modelId="{43E91596-E2BD-4638-A4C9-F1943C8D62F6}">
      <dgm:prSet custT="1"/>
      <dgm:spPr/>
      <dgm:t>
        <a:bodyPr/>
        <a:lstStyle/>
        <a:p>
          <a:r>
            <a:rPr lang="es-CL" sz="1400" b="1" dirty="0" err="1"/>
            <a:t>Oxylene</a:t>
          </a:r>
          <a:endParaRPr lang="es-CL" sz="1400" b="1" dirty="0"/>
        </a:p>
        <a:p>
          <a:r>
            <a:rPr lang="sv-SE" sz="900" b="0" i="1" u="none" dirty="0"/>
            <a:t>Is a colorless, </a:t>
          </a:r>
          <a:r>
            <a:rPr lang="sv-SE" sz="900" b="0" i="1" u="none" dirty="0" err="1"/>
            <a:t>flammable</a:t>
          </a:r>
          <a:r>
            <a:rPr lang="sv-SE" sz="900" b="0" i="1" u="none" dirty="0"/>
            <a:t> </a:t>
          </a:r>
          <a:r>
            <a:rPr lang="sv-SE" sz="900" b="0" i="1" u="none" dirty="0" err="1"/>
            <a:t>liquid</a:t>
          </a:r>
          <a:endParaRPr lang="es-CL" sz="900" dirty="0"/>
        </a:p>
      </dgm:t>
    </dgm:pt>
    <dgm:pt modelId="{05EFB80B-7662-489E-B863-57F00D090883}" type="parTrans" cxnId="{7A1AEA2E-5116-4727-AFBD-06E175C9A282}">
      <dgm:prSet/>
      <dgm:spPr/>
      <dgm:t>
        <a:bodyPr/>
        <a:lstStyle/>
        <a:p>
          <a:endParaRPr lang="es-CL"/>
        </a:p>
      </dgm:t>
    </dgm:pt>
    <dgm:pt modelId="{10886F74-A97A-4674-8801-D46BB7C83AF3}" type="sibTrans" cxnId="{7A1AEA2E-5116-4727-AFBD-06E175C9A282}">
      <dgm:prSet/>
      <dgm:spPr/>
      <dgm:t>
        <a:bodyPr/>
        <a:lstStyle/>
        <a:p>
          <a:endParaRPr lang="es-CL"/>
        </a:p>
      </dgm:t>
    </dgm:pt>
    <dgm:pt modelId="{F81476D7-8B3C-4496-9F30-A93972D722ED}">
      <dgm:prSet phldrT="[Texto]" custT="1"/>
      <dgm:spPr/>
      <dgm:t>
        <a:bodyPr/>
        <a:lstStyle/>
        <a:p>
          <a:r>
            <a:rPr lang="es-CL" sz="1400" b="1" dirty="0"/>
            <a:t>NO2</a:t>
          </a:r>
        </a:p>
        <a:p>
          <a:r>
            <a:rPr lang="sv-SE" sz="900" b="0" i="1" u="none" dirty="0"/>
            <a:t>Nitrogen </a:t>
          </a:r>
          <a:r>
            <a:rPr lang="sv-SE" sz="900" b="0" i="1" u="none" dirty="0" err="1"/>
            <a:t>dioxide</a:t>
          </a:r>
          <a:endParaRPr lang="es-CL" sz="900" dirty="0"/>
        </a:p>
      </dgm:t>
    </dgm:pt>
    <dgm:pt modelId="{E8F625AA-F250-43DF-AE11-4CC15800E4D6}" type="parTrans" cxnId="{E6ED7C63-D4FB-4E98-A4AA-06E418E8BD93}">
      <dgm:prSet/>
      <dgm:spPr/>
      <dgm:t>
        <a:bodyPr/>
        <a:lstStyle/>
        <a:p>
          <a:endParaRPr lang="es-CL"/>
        </a:p>
      </dgm:t>
    </dgm:pt>
    <dgm:pt modelId="{5E00C88A-145C-4C04-955A-727D91ABD72B}" type="sibTrans" cxnId="{E6ED7C63-D4FB-4E98-A4AA-06E418E8BD93}">
      <dgm:prSet/>
      <dgm:spPr/>
      <dgm:t>
        <a:bodyPr/>
        <a:lstStyle/>
        <a:p>
          <a:endParaRPr lang="es-CL"/>
        </a:p>
      </dgm:t>
    </dgm:pt>
    <dgm:pt modelId="{DCE3D5FA-4406-456D-B280-CA4AA99AE8F7}">
      <dgm:prSet custT="1"/>
      <dgm:spPr/>
      <dgm:t>
        <a:bodyPr/>
        <a:lstStyle/>
        <a:p>
          <a:r>
            <a:rPr lang="es-CL" sz="1400" b="1" dirty="0"/>
            <a:t>O3</a:t>
          </a:r>
        </a:p>
        <a:p>
          <a:r>
            <a:rPr lang="es-CL" sz="900" dirty="0" err="1"/>
            <a:t>Ozon</a:t>
          </a:r>
          <a:endParaRPr lang="es-CL" sz="900" dirty="0"/>
        </a:p>
      </dgm:t>
    </dgm:pt>
    <dgm:pt modelId="{8A886A2B-26DA-4565-B425-8895ED226E85}" type="parTrans" cxnId="{37C4CEB0-660D-489B-B2D6-A18AEAFC29DB}">
      <dgm:prSet/>
      <dgm:spPr/>
      <dgm:t>
        <a:bodyPr/>
        <a:lstStyle/>
        <a:p>
          <a:endParaRPr lang="es-CL"/>
        </a:p>
      </dgm:t>
    </dgm:pt>
    <dgm:pt modelId="{F82B6C38-5B49-4F5A-AE7E-7E16C0FBC2CA}" type="sibTrans" cxnId="{37C4CEB0-660D-489B-B2D6-A18AEAFC29DB}">
      <dgm:prSet/>
      <dgm:spPr/>
      <dgm:t>
        <a:bodyPr/>
        <a:lstStyle/>
        <a:p>
          <a:endParaRPr lang="es-CL"/>
        </a:p>
      </dgm:t>
    </dgm:pt>
    <dgm:pt modelId="{C2E3441F-F33E-4479-B163-16C2DA1A44F1}">
      <dgm:prSet custT="1"/>
      <dgm:spPr/>
      <dgm:t>
        <a:bodyPr/>
        <a:lstStyle/>
        <a:p>
          <a:r>
            <a:rPr lang="es-CL" sz="1400" b="1" dirty="0"/>
            <a:t>CO</a:t>
          </a:r>
        </a:p>
        <a:p>
          <a:r>
            <a:rPr lang="sv-SE" sz="900" b="0" i="1" u="none" dirty="0" err="1"/>
            <a:t>Carbon</a:t>
          </a:r>
          <a:r>
            <a:rPr lang="sv-SE" sz="900" b="0" i="1" u="none" dirty="0"/>
            <a:t> </a:t>
          </a:r>
          <a:r>
            <a:rPr lang="sv-SE" sz="900" b="0" i="1" u="none" dirty="0" err="1"/>
            <a:t>dioxide</a:t>
          </a:r>
          <a:endParaRPr lang="es-CL" sz="900" b="0" i="1" dirty="0"/>
        </a:p>
      </dgm:t>
    </dgm:pt>
    <dgm:pt modelId="{422CC4E9-9A53-4170-9D61-E2E83CB6D890}" type="parTrans" cxnId="{09C2DAD5-9ECC-429C-8B08-476378EC1657}">
      <dgm:prSet/>
      <dgm:spPr/>
      <dgm:t>
        <a:bodyPr/>
        <a:lstStyle/>
        <a:p>
          <a:endParaRPr lang="es-CL"/>
        </a:p>
      </dgm:t>
    </dgm:pt>
    <dgm:pt modelId="{E05D632C-CDD5-4218-84A0-9F65833E4308}" type="sibTrans" cxnId="{09C2DAD5-9ECC-429C-8B08-476378EC1657}">
      <dgm:prSet/>
      <dgm:spPr/>
      <dgm:t>
        <a:bodyPr/>
        <a:lstStyle/>
        <a:p>
          <a:endParaRPr lang="es-CL"/>
        </a:p>
      </dgm:t>
    </dgm:pt>
    <dgm:pt modelId="{7C001DB6-9E5E-4F74-840B-F64E32634285}">
      <dgm:prSet custT="1"/>
      <dgm:spPr/>
      <dgm:t>
        <a:bodyPr/>
        <a:lstStyle/>
        <a:p>
          <a:r>
            <a:rPr lang="es-CL" sz="1400" b="1" dirty="0" err="1"/>
            <a:t>Toluene</a:t>
          </a:r>
          <a:endParaRPr lang="es-CL" sz="1400" b="1" dirty="0"/>
        </a:p>
        <a:p>
          <a:r>
            <a:rPr lang="sv-SE" sz="800" b="0" i="1" u="none" dirty="0" err="1"/>
            <a:t>Organic</a:t>
          </a:r>
          <a:r>
            <a:rPr lang="sv-SE" sz="800" b="0" i="1" u="none" dirty="0"/>
            <a:t> solvent </a:t>
          </a:r>
          <a:r>
            <a:rPr lang="sv-SE" sz="800" b="0" i="1" u="none" dirty="0" err="1"/>
            <a:t>that</a:t>
          </a:r>
          <a:r>
            <a:rPr lang="sv-SE" sz="800" b="0" i="1" u="none" dirty="0"/>
            <a:t> </a:t>
          </a:r>
          <a:r>
            <a:rPr lang="sv-SE" sz="800" b="0" i="1" u="none" dirty="0" err="1"/>
            <a:t>belongs</a:t>
          </a:r>
          <a:r>
            <a:rPr lang="sv-SE" sz="800" b="0" i="1" u="none" dirty="0"/>
            <a:t> to the </a:t>
          </a:r>
          <a:r>
            <a:rPr lang="sv-SE" sz="800" b="0" i="1" u="none" dirty="0" err="1"/>
            <a:t>group</a:t>
          </a:r>
          <a:r>
            <a:rPr lang="sv-SE" sz="800" b="0" i="1" u="none" dirty="0"/>
            <a:t> </a:t>
          </a:r>
          <a:r>
            <a:rPr lang="sv-SE" sz="800" b="0" i="1" u="none" dirty="0" err="1"/>
            <a:t>of</a:t>
          </a:r>
          <a:r>
            <a:rPr lang="sv-SE" sz="800" b="0" i="1" u="none" dirty="0"/>
            <a:t> </a:t>
          </a:r>
          <a:r>
            <a:rPr lang="sv-SE" sz="800" b="0" i="1" u="none" dirty="0" err="1"/>
            <a:t>aromatic</a:t>
          </a:r>
          <a:r>
            <a:rPr lang="sv-SE" sz="800" b="0" i="1" u="none" dirty="0"/>
            <a:t> </a:t>
          </a:r>
          <a:r>
            <a:rPr lang="sv-SE" sz="800" b="0" i="1" u="none" dirty="0" err="1"/>
            <a:t>hydrocarbons</a:t>
          </a:r>
          <a:r>
            <a:rPr lang="sv-SE" sz="800" b="0" i="1" u="none" dirty="0"/>
            <a:t>.</a:t>
          </a:r>
          <a:endParaRPr lang="es-CL" sz="800" i="1" dirty="0"/>
        </a:p>
      </dgm:t>
    </dgm:pt>
    <dgm:pt modelId="{E014242E-E03A-42A8-8ADF-BBA2AB1FD74A}" type="parTrans" cxnId="{98FEFB3A-A895-4744-8993-6B8C0A66968F}">
      <dgm:prSet/>
      <dgm:spPr/>
      <dgm:t>
        <a:bodyPr/>
        <a:lstStyle/>
        <a:p>
          <a:endParaRPr lang="es-CL"/>
        </a:p>
      </dgm:t>
    </dgm:pt>
    <dgm:pt modelId="{EC03D8E6-C1AF-4AAC-A6F7-BED9279432C0}" type="sibTrans" cxnId="{98FEFB3A-A895-4744-8993-6B8C0A66968F}">
      <dgm:prSet/>
      <dgm:spPr/>
      <dgm:t>
        <a:bodyPr/>
        <a:lstStyle/>
        <a:p>
          <a:endParaRPr lang="es-CL"/>
        </a:p>
      </dgm:t>
    </dgm:pt>
    <dgm:pt modelId="{A35D488F-4D4D-4182-BE5C-9254114208A6}">
      <dgm:prSet custT="1"/>
      <dgm:spPr/>
      <dgm:t>
        <a:bodyPr/>
        <a:lstStyle/>
        <a:p>
          <a:r>
            <a:rPr lang="en-US" sz="1400" b="1" dirty="0"/>
            <a:t>PM2.5</a:t>
          </a:r>
        </a:p>
        <a:p>
          <a:r>
            <a:rPr lang="sv-SE" sz="800" b="0" i="1" u="none" dirty="0" err="1"/>
            <a:t>Particulate</a:t>
          </a:r>
          <a:r>
            <a:rPr lang="sv-SE" sz="800" b="0" i="1" u="none" dirty="0"/>
            <a:t> </a:t>
          </a:r>
          <a:r>
            <a:rPr lang="sv-SE" sz="800" b="0" i="1" u="none" dirty="0" err="1"/>
            <a:t>matter</a:t>
          </a:r>
          <a:r>
            <a:rPr lang="sv-SE" sz="800" b="0" i="1" u="none" dirty="0"/>
            <a:t> (</a:t>
          </a:r>
          <a:r>
            <a:rPr lang="sv-SE" sz="800" b="0" i="1" u="none" dirty="0" err="1"/>
            <a:t>aerodynamic</a:t>
          </a:r>
          <a:r>
            <a:rPr lang="sv-SE" sz="800" b="0" i="1" u="none" dirty="0"/>
            <a:t> diameter less </a:t>
          </a:r>
          <a:r>
            <a:rPr lang="sv-SE" sz="800" b="0" i="1" u="none" dirty="0" err="1"/>
            <a:t>than</a:t>
          </a:r>
          <a:r>
            <a:rPr lang="sv-SE" sz="800" b="0" i="1" u="none" dirty="0"/>
            <a:t> 2.5).</a:t>
          </a:r>
          <a:endParaRPr lang="es-CL" sz="800" i="1" dirty="0"/>
        </a:p>
      </dgm:t>
    </dgm:pt>
    <dgm:pt modelId="{F3520643-CB58-4342-BB6A-553D6D577E4C}" type="parTrans" cxnId="{7288DC37-59CC-4E35-B857-29D107325BDF}">
      <dgm:prSet/>
      <dgm:spPr/>
      <dgm:t>
        <a:bodyPr/>
        <a:lstStyle/>
        <a:p>
          <a:endParaRPr lang="es-CL"/>
        </a:p>
      </dgm:t>
    </dgm:pt>
    <dgm:pt modelId="{19205942-39FF-40D5-93AD-307848B97E7A}" type="sibTrans" cxnId="{7288DC37-59CC-4E35-B857-29D107325BDF}">
      <dgm:prSet/>
      <dgm:spPr/>
      <dgm:t>
        <a:bodyPr/>
        <a:lstStyle/>
        <a:p>
          <a:endParaRPr lang="es-CL"/>
        </a:p>
      </dgm:t>
    </dgm:pt>
    <dgm:pt modelId="{AE47ACC9-8FA7-48EA-986E-72946587FDDD}">
      <dgm:prSet custT="1"/>
      <dgm:spPr/>
      <dgm:t>
        <a:bodyPr/>
        <a:lstStyle/>
        <a:p>
          <a:r>
            <a:rPr lang="en-US" sz="1400" b="1" dirty="0"/>
            <a:t>PM10</a:t>
          </a:r>
        </a:p>
        <a:p>
          <a:r>
            <a:rPr lang="sv-SE" sz="900" b="0" i="1" u="none" dirty="0" err="1"/>
            <a:t>Particulate</a:t>
          </a:r>
          <a:r>
            <a:rPr lang="sv-SE" sz="900" b="0" i="1" u="none" dirty="0"/>
            <a:t> </a:t>
          </a:r>
          <a:r>
            <a:rPr lang="sv-SE" sz="900" b="0" i="1" u="none" dirty="0" err="1"/>
            <a:t>matter</a:t>
          </a:r>
          <a:r>
            <a:rPr lang="sv-SE" sz="900" b="0" i="1" u="none" dirty="0"/>
            <a:t> (</a:t>
          </a:r>
          <a:r>
            <a:rPr lang="sv-SE" sz="900" b="0" i="1" u="none" dirty="0" err="1"/>
            <a:t>aerodynamic</a:t>
          </a:r>
          <a:r>
            <a:rPr lang="sv-SE" sz="900" b="0" i="1" u="none" dirty="0"/>
            <a:t> diameter less </a:t>
          </a:r>
          <a:r>
            <a:rPr lang="sv-SE" sz="900" b="0" i="1" u="none" dirty="0" err="1"/>
            <a:t>than</a:t>
          </a:r>
          <a:r>
            <a:rPr lang="sv-SE" sz="900" b="0" i="1" u="none" dirty="0"/>
            <a:t> 10).</a:t>
          </a:r>
          <a:endParaRPr lang="es-CL" sz="900" i="1" dirty="0"/>
        </a:p>
      </dgm:t>
    </dgm:pt>
    <dgm:pt modelId="{FBD21939-7532-4F9A-8FB9-68A7F6442B79}" type="parTrans" cxnId="{100B0966-5760-427E-97DB-BE4D7145DEB2}">
      <dgm:prSet/>
      <dgm:spPr/>
      <dgm:t>
        <a:bodyPr/>
        <a:lstStyle/>
        <a:p>
          <a:endParaRPr lang="es-CL"/>
        </a:p>
      </dgm:t>
    </dgm:pt>
    <dgm:pt modelId="{2E886472-EFF8-4B14-8671-FAFD281B0782}" type="sibTrans" cxnId="{100B0966-5760-427E-97DB-BE4D7145DEB2}">
      <dgm:prSet/>
      <dgm:spPr/>
      <dgm:t>
        <a:bodyPr/>
        <a:lstStyle/>
        <a:p>
          <a:endParaRPr lang="es-CL"/>
        </a:p>
      </dgm:t>
    </dgm:pt>
    <dgm:pt modelId="{5DD4DEA0-A41E-4521-B8FC-C94A18DDC069}" type="pres">
      <dgm:prSet presAssocID="{98582B3A-6BD4-41BA-95B8-0C6ECEA896FC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73782229-5CA1-4787-8F21-9CD84DF81073}" type="pres">
      <dgm:prSet presAssocID="{1B9671FC-917E-4F94-A4E6-E8CF69AFBE93}" presName="centerShape" presStyleLbl="node0" presStyleIdx="0" presStyleCnt="1"/>
      <dgm:spPr/>
    </dgm:pt>
    <dgm:pt modelId="{08F87302-A064-4322-ADE5-9FA821562896}" type="pres">
      <dgm:prSet presAssocID="{E8F625AA-F250-43DF-AE11-4CC15800E4D6}" presName="Name9" presStyleLbl="parChTrans1D2" presStyleIdx="0" presStyleCnt="9"/>
      <dgm:spPr/>
    </dgm:pt>
    <dgm:pt modelId="{0324D695-EAA3-4C15-B8CC-324D80837C79}" type="pres">
      <dgm:prSet presAssocID="{E8F625AA-F250-43DF-AE11-4CC15800E4D6}" presName="connTx" presStyleLbl="parChTrans1D2" presStyleIdx="0" presStyleCnt="9"/>
      <dgm:spPr/>
    </dgm:pt>
    <dgm:pt modelId="{51AB7DFA-1993-40C6-ADB9-D2C5BA353D28}" type="pres">
      <dgm:prSet presAssocID="{F81476D7-8B3C-4496-9F30-A93972D722ED}" presName="node" presStyleLbl="node1" presStyleIdx="0" presStyleCnt="9" custRadScaleRad="93406" custRadScaleInc="-1563">
        <dgm:presLayoutVars>
          <dgm:bulletEnabled val="1"/>
        </dgm:presLayoutVars>
      </dgm:prSet>
      <dgm:spPr/>
    </dgm:pt>
    <dgm:pt modelId="{B2A3B156-B564-4DAB-9E0B-5FCA64B2CA06}" type="pres">
      <dgm:prSet presAssocID="{88D464B3-0E7F-4453-BB16-89A0851E9A96}" presName="Name9" presStyleLbl="parChTrans1D2" presStyleIdx="1" presStyleCnt="9"/>
      <dgm:spPr/>
    </dgm:pt>
    <dgm:pt modelId="{CED87EC7-54FF-4D2C-8746-3E2865A4A69D}" type="pres">
      <dgm:prSet presAssocID="{88D464B3-0E7F-4453-BB16-89A0851E9A96}" presName="connTx" presStyleLbl="parChTrans1D2" presStyleIdx="1" presStyleCnt="9"/>
      <dgm:spPr/>
    </dgm:pt>
    <dgm:pt modelId="{C385EBCF-1B7F-4037-A751-13AD53A26CC3}" type="pres">
      <dgm:prSet presAssocID="{6E033B66-F3D7-41B5-9BA7-C24EDD1BB047}" presName="node" presStyleLbl="node1" presStyleIdx="1" presStyleCnt="9">
        <dgm:presLayoutVars>
          <dgm:bulletEnabled val="1"/>
        </dgm:presLayoutVars>
      </dgm:prSet>
      <dgm:spPr/>
    </dgm:pt>
    <dgm:pt modelId="{274B9D7B-1748-44EB-8E8E-E48ACE2F78D4}" type="pres">
      <dgm:prSet presAssocID="{FBD21939-7532-4F9A-8FB9-68A7F6442B79}" presName="Name9" presStyleLbl="parChTrans1D2" presStyleIdx="2" presStyleCnt="9"/>
      <dgm:spPr/>
    </dgm:pt>
    <dgm:pt modelId="{0098C658-5F7F-4AAB-9D8E-0ED1745D0BC4}" type="pres">
      <dgm:prSet presAssocID="{FBD21939-7532-4F9A-8FB9-68A7F6442B79}" presName="connTx" presStyleLbl="parChTrans1D2" presStyleIdx="2" presStyleCnt="9"/>
      <dgm:spPr/>
    </dgm:pt>
    <dgm:pt modelId="{93FAC78A-D4E6-41CB-BF11-83D1C5FCDC4E}" type="pres">
      <dgm:prSet presAssocID="{AE47ACC9-8FA7-48EA-986E-72946587FDDD}" presName="node" presStyleLbl="node1" presStyleIdx="2" presStyleCnt="9">
        <dgm:presLayoutVars>
          <dgm:bulletEnabled val="1"/>
        </dgm:presLayoutVars>
      </dgm:prSet>
      <dgm:spPr/>
    </dgm:pt>
    <dgm:pt modelId="{DAA254EA-88FE-49FC-887B-401773083241}" type="pres">
      <dgm:prSet presAssocID="{F3520643-CB58-4342-BB6A-553D6D577E4C}" presName="Name9" presStyleLbl="parChTrans1D2" presStyleIdx="3" presStyleCnt="9"/>
      <dgm:spPr/>
    </dgm:pt>
    <dgm:pt modelId="{EC6202A2-9AD5-4D4D-8705-018C85FFBF8A}" type="pres">
      <dgm:prSet presAssocID="{F3520643-CB58-4342-BB6A-553D6D577E4C}" presName="connTx" presStyleLbl="parChTrans1D2" presStyleIdx="3" presStyleCnt="9"/>
      <dgm:spPr/>
    </dgm:pt>
    <dgm:pt modelId="{253574EF-1099-47CF-B167-D244CADCBA4F}" type="pres">
      <dgm:prSet presAssocID="{A35D488F-4D4D-4182-BE5C-9254114208A6}" presName="node" presStyleLbl="node1" presStyleIdx="3" presStyleCnt="9">
        <dgm:presLayoutVars>
          <dgm:bulletEnabled val="1"/>
        </dgm:presLayoutVars>
      </dgm:prSet>
      <dgm:spPr/>
    </dgm:pt>
    <dgm:pt modelId="{51D5A8EF-DEA7-453E-9276-5C0124465840}" type="pres">
      <dgm:prSet presAssocID="{8A886A2B-26DA-4565-B425-8895ED226E85}" presName="Name9" presStyleLbl="parChTrans1D2" presStyleIdx="4" presStyleCnt="9"/>
      <dgm:spPr/>
    </dgm:pt>
    <dgm:pt modelId="{132A2A31-8599-4517-AC49-71A25B4D0870}" type="pres">
      <dgm:prSet presAssocID="{8A886A2B-26DA-4565-B425-8895ED226E85}" presName="connTx" presStyleLbl="parChTrans1D2" presStyleIdx="4" presStyleCnt="9"/>
      <dgm:spPr/>
    </dgm:pt>
    <dgm:pt modelId="{29FC5E16-8CE7-489A-B343-0DC6BFDBE801}" type="pres">
      <dgm:prSet presAssocID="{DCE3D5FA-4406-456D-B280-CA4AA99AE8F7}" presName="node" presStyleLbl="node1" presStyleIdx="4" presStyleCnt="9">
        <dgm:presLayoutVars>
          <dgm:bulletEnabled val="1"/>
        </dgm:presLayoutVars>
      </dgm:prSet>
      <dgm:spPr/>
    </dgm:pt>
    <dgm:pt modelId="{332B418F-E565-471C-B35B-349CC4D16C1F}" type="pres">
      <dgm:prSet presAssocID="{422CC4E9-9A53-4170-9D61-E2E83CB6D890}" presName="Name9" presStyleLbl="parChTrans1D2" presStyleIdx="5" presStyleCnt="9"/>
      <dgm:spPr/>
    </dgm:pt>
    <dgm:pt modelId="{01F77C41-3D48-4327-ACD0-A4B4669F9A99}" type="pres">
      <dgm:prSet presAssocID="{422CC4E9-9A53-4170-9D61-E2E83CB6D890}" presName="connTx" presStyleLbl="parChTrans1D2" presStyleIdx="5" presStyleCnt="9"/>
      <dgm:spPr/>
    </dgm:pt>
    <dgm:pt modelId="{811801B4-5488-4347-BF4D-FA910D031C74}" type="pres">
      <dgm:prSet presAssocID="{C2E3441F-F33E-4479-B163-16C2DA1A44F1}" presName="node" presStyleLbl="node1" presStyleIdx="5" presStyleCnt="9">
        <dgm:presLayoutVars>
          <dgm:bulletEnabled val="1"/>
        </dgm:presLayoutVars>
      </dgm:prSet>
      <dgm:spPr/>
    </dgm:pt>
    <dgm:pt modelId="{9F3CBB04-4D01-4CE7-85E4-F5A0F2EF4839}" type="pres">
      <dgm:prSet presAssocID="{E014242E-E03A-42A8-8ADF-BBA2AB1FD74A}" presName="Name9" presStyleLbl="parChTrans1D2" presStyleIdx="6" presStyleCnt="9"/>
      <dgm:spPr/>
    </dgm:pt>
    <dgm:pt modelId="{ECC9756E-AFD6-4997-A315-63D5E10B2241}" type="pres">
      <dgm:prSet presAssocID="{E014242E-E03A-42A8-8ADF-BBA2AB1FD74A}" presName="connTx" presStyleLbl="parChTrans1D2" presStyleIdx="6" presStyleCnt="9"/>
      <dgm:spPr/>
    </dgm:pt>
    <dgm:pt modelId="{ABB41A2E-BE6B-42FC-8AF4-AE55849CE7D1}" type="pres">
      <dgm:prSet presAssocID="{7C001DB6-9E5E-4F74-840B-F64E32634285}" presName="node" presStyleLbl="node1" presStyleIdx="6" presStyleCnt="9">
        <dgm:presLayoutVars>
          <dgm:bulletEnabled val="1"/>
        </dgm:presLayoutVars>
      </dgm:prSet>
      <dgm:spPr/>
    </dgm:pt>
    <dgm:pt modelId="{74207515-A703-41E3-BBC3-CA314150FD0E}" type="pres">
      <dgm:prSet presAssocID="{271CDDEE-20D5-4462-8D83-E8C7670E6023}" presName="Name9" presStyleLbl="parChTrans1D2" presStyleIdx="7" presStyleCnt="9"/>
      <dgm:spPr/>
    </dgm:pt>
    <dgm:pt modelId="{87F29500-7C94-44F8-830A-3AE77AEA9762}" type="pres">
      <dgm:prSet presAssocID="{271CDDEE-20D5-4462-8D83-E8C7670E6023}" presName="connTx" presStyleLbl="parChTrans1D2" presStyleIdx="7" presStyleCnt="9"/>
      <dgm:spPr/>
    </dgm:pt>
    <dgm:pt modelId="{59AF54D9-739B-4EB2-B215-EEAD853293D5}" type="pres">
      <dgm:prSet presAssocID="{31125DBC-57CE-46B3-BC5A-D2E9E6EE3D99}" presName="node" presStyleLbl="node1" presStyleIdx="7" presStyleCnt="9">
        <dgm:presLayoutVars>
          <dgm:bulletEnabled val="1"/>
        </dgm:presLayoutVars>
      </dgm:prSet>
      <dgm:spPr/>
    </dgm:pt>
    <dgm:pt modelId="{5DD8B233-F3B1-460A-B2A3-FA7E85F3B795}" type="pres">
      <dgm:prSet presAssocID="{05EFB80B-7662-489E-B863-57F00D090883}" presName="Name9" presStyleLbl="parChTrans1D2" presStyleIdx="8" presStyleCnt="9"/>
      <dgm:spPr/>
    </dgm:pt>
    <dgm:pt modelId="{F597495E-BF2D-49B5-A570-CFA061F92B27}" type="pres">
      <dgm:prSet presAssocID="{05EFB80B-7662-489E-B863-57F00D090883}" presName="connTx" presStyleLbl="parChTrans1D2" presStyleIdx="8" presStyleCnt="9"/>
      <dgm:spPr/>
    </dgm:pt>
    <dgm:pt modelId="{EF65FFEC-5E7F-4FA0-A6DE-7B75F21AEADD}" type="pres">
      <dgm:prSet presAssocID="{43E91596-E2BD-4638-A4C9-F1943C8D62F6}" presName="node" presStyleLbl="node1" presStyleIdx="8" presStyleCnt="9">
        <dgm:presLayoutVars>
          <dgm:bulletEnabled val="1"/>
        </dgm:presLayoutVars>
      </dgm:prSet>
      <dgm:spPr/>
    </dgm:pt>
  </dgm:ptLst>
  <dgm:cxnLst>
    <dgm:cxn modelId="{C9D3A303-4B05-488A-94F9-B43B0168A4E0}" type="presOf" srcId="{43E91596-E2BD-4638-A4C9-F1943C8D62F6}" destId="{EF65FFEC-5E7F-4FA0-A6DE-7B75F21AEADD}" srcOrd="0" destOrd="0" presId="urn:microsoft.com/office/officeart/2005/8/layout/radial1"/>
    <dgm:cxn modelId="{EFFAE019-CF57-4CC1-862E-08688E0C31E3}" type="presOf" srcId="{88D464B3-0E7F-4453-BB16-89A0851E9A96}" destId="{B2A3B156-B564-4DAB-9E0B-5FCA64B2CA06}" srcOrd="0" destOrd="0" presId="urn:microsoft.com/office/officeart/2005/8/layout/radial1"/>
    <dgm:cxn modelId="{F833531E-12E3-47F2-9CAA-F2D2FDF1D613}" type="presOf" srcId="{FBD21939-7532-4F9A-8FB9-68A7F6442B79}" destId="{274B9D7B-1748-44EB-8E8E-E48ACE2F78D4}" srcOrd="0" destOrd="0" presId="urn:microsoft.com/office/officeart/2005/8/layout/radial1"/>
    <dgm:cxn modelId="{7A1AEA2E-5116-4727-AFBD-06E175C9A282}" srcId="{1B9671FC-917E-4F94-A4E6-E8CF69AFBE93}" destId="{43E91596-E2BD-4638-A4C9-F1943C8D62F6}" srcOrd="8" destOrd="0" parTransId="{05EFB80B-7662-489E-B863-57F00D090883}" sibTransId="{10886F74-A97A-4674-8801-D46BB7C83AF3}"/>
    <dgm:cxn modelId="{9091BD30-866A-4A93-AA1A-035DFA3E3A47}" type="presOf" srcId="{E8F625AA-F250-43DF-AE11-4CC15800E4D6}" destId="{0324D695-EAA3-4C15-B8CC-324D80837C79}" srcOrd="1" destOrd="0" presId="urn:microsoft.com/office/officeart/2005/8/layout/radial1"/>
    <dgm:cxn modelId="{70138631-FF9A-409F-9B7F-4756074E5D1C}" type="presOf" srcId="{FBD21939-7532-4F9A-8FB9-68A7F6442B79}" destId="{0098C658-5F7F-4AAB-9D8E-0ED1745D0BC4}" srcOrd="1" destOrd="0" presId="urn:microsoft.com/office/officeart/2005/8/layout/radial1"/>
    <dgm:cxn modelId="{7288DC37-59CC-4E35-B857-29D107325BDF}" srcId="{1B9671FC-917E-4F94-A4E6-E8CF69AFBE93}" destId="{A35D488F-4D4D-4182-BE5C-9254114208A6}" srcOrd="3" destOrd="0" parTransId="{F3520643-CB58-4342-BB6A-553D6D577E4C}" sibTransId="{19205942-39FF-40D5-93AD-307848B97E7A}"/>
    <dgm:cxn modelId="{98FEFB3A-A895-4744-8993-6B8C0A66968F}" srcId="{1B9671FC-917E-4F94-A4E6-E8CF69AFBE93}" destId="{7C001DB6-9E5E-4F74-840B-F64E32634285}" srcOrd="6" destOrd="0" parTransId="{E014242E-E03A-42A8-8ADF-BBA2AB1FD74A}" sibTransId="{EC03D8E6-C1AF-4AAC-A6F7-BED9279432C0}"/>
    <dgm:cxn modelId="{08ED193C-09EA-46C7-82E8-C19EB5C90175}" type="presOf" srcId="{271CDDEE-20D5-4462-8D83-E8C7670E6023}" destId="{74207515-A703-41E3-BBC3-CA314150FD0E}" srcOrd="0" destOrd="0" presId="urn:microsoft.com/office/officeart/2005/8/layout/radial1"/>
    <dgm:cxn modelId="{687D6F3D-DA5C-44B8-B504-C2199F672845}" srcId="{98582B3A-6BD4-41BA-95B8-0C6ECEA896FC}" destId="{1B9671FC-917E-4F94-A4E6-E8CF69AFBE93}" srcOrd="0" destOrd="0" parTransId="{4F90AE29-C94C-4ABA-B06C-9A39F61C9958}" sibTransId="{3F58DC0D-1D40-46EE-BD2E-68B977AE035D}"/>
    <dgm:cxn modelId="{E2AB3460-35EE-4B22-AFE2-A1308C640091}" type="presOf" srcId="{422CC4E9-9A53-4170-9D61-E2E83CB6D890}" destId="{01F77C41-3D48-4327-ACD0-A4B4669F9A99}" srcOrd="1" destOrd="0" presId="urn:microsoft.com/office/officeart/2005/8/layout/radial1"/>
    <dgm:cxn modelId="{8F51E860-F5AB-431C-93CC-4ECED75CF8FE}" type="presOf" srcId="{8A886A2B-26DA-4565-B425-8895ED226E85}" destId="{51D5A8EF-DEA7-453E-9276-5C0124465840}" srcOrd="0" destOrd="0" presId="urn:microsoft.com/office/officeart/2005/8/layout/radial1"/>
    <dgm:cxn modelId="{BFA7FF42-F7A9-4B70-9F45-2A5BC3DBA3A3}" type="presOf" srcId="{DCE3D5FA-4406-456D-B280-CA4AA99AE8F7}" destId="{29FC5E16-8CE7-489A-B343-0DC6BFDBE801}" srcOrd="0" destOrd="0" presId="urn:microsoft.com/office/officeart/2005/8/layout/radial1"/>
    <dgm:cxn modelId="{E6ED7C63-D4FB-4E98-A4AA-06E418E8BD93}" srcId="{1B9671FC-917E-4F94-A4E6-E8CF69AFBE93}" destId="{F81476D7-8B3C-4496-9F30-A93972D722ED}" srcOrd="0" destOrd="0" parTransId="{E8F625AA-F250-43DF-AE11-4CC15800E4D6}" sibTransId="{5E00C88A-145C-4C04-955A-727D91ABD72B}"/>
    <dgm:cxn modelId="{47C79944-AE94-4F7B-8456-29D77258AD0A}" type="presOf" srcId="{F3520643-CB58-4342-BB6A-553D6D577E4C}" destId="{EC6202A2-9AD5-4D4D-8705-018C85FFBF8A}" srcOrd="1" destOrd="0" presId="urn:microsoft.com/office/officeart/2005/8/layout/radial1"/>
    <dgm:cxn modelId="{100B0966-5760-427E-97DB-BE4D7145DEB2}" srcId="{1B9671FC-917E-4F94-A4E6-E8CF69AFBE93}" destId="{AE47ACC9-8FA7-48EA-986E-72946587FDDD}" srcOrd="2" destOrd="0" parTransId="{FBD21939-7532-4F9A-8FB9-68A7F6442B79}" sibTransId="{2E886472-EFF8-4B14-8671-FAFD281B0782}"/>
    <dgm:cxn modelId="{E3CD4C6C-E73C-4CD2-9307-30ACE66FDE01}" type="presOf" srcId="{E8F625AA-F250-43DF-AE11-4CC15800E4D6}" destId="{08F87302-A064-4322-ADE5-9FA821562896}" srcOrd="0" destOrd="0" presId="urn:microsoft.com/office/officeart/2005/8/layout/radial1"/>
    <dgm:cxn modelId="{5C806B78-B339-4A2E-A13F-44324CC00440}" type="presOf" srcId="{1B9671FC-917E-4F94-A4E6-E8CF69AFBE93}" destId="{73782229-5CA1-4787-8F21-9CD84DF81073}" srcOrd="0" destOrd="0" presId="urn:microsoft.com/office/officeart/2005/8/layout/radial1"/>
    <dgm:cxn modelId="{700A9958-D265-4EFC-8E62-75FFCE112248}" type="presOf" srcId="{A35D488F-4D4D-4182-BE5C-9254114208A6}" destId="{253574EF-1099-47CF-B167-D244CADCBA4F}" srcOrd="0" destOrd="0" presId="urn:microsoft.com/office/officeart/2005/8/layout/radial1"/>
    <dgm:cxn modelId="{458D3D7D-B5D3-4CE9-B91D-00CAA8C11DF8}" type="presOf" srcId="{98582B3A-6BD4-41BA-95B8-0C6ECEA896FC}" destId="{5DD4DEA0-A41E-4521-B8FC-C94A18DDC069}" srcOrd="0" destOrd="0" presId="urn:microsoft.com/office/officeart/2005/8/layout/radial1"/>
    <dgm:cxn modelId="{7287BD81-6C7D-4B64-9528-027923C8D635}" srcId="{1B9671FC-917E-4F94-A4E6-E8CF69AFBE93}" destId="{6E033B66-F3D7-41B5-9BA7-C24EDD1BB047}" srcOrd="1" destOrd="0" parTransId="{88D464B3-0E7F-4453-BB16-89A0851E9A96}" sibTransId="{94DB0999-E849-4214-A392-C33087FB5FC7}"/>
    <dgm:cxn modelId="{85E37483-F98F-4C06-9C05-02B96621ADD8}" type="presOf" srcId="{F3520643-CB58-4342-BB6A-553D6D577E4C}" destId="{DAA254EA-88FE-49FC-887B-401773083241}" srcOrd="0" destOrd="0" presId="urn:microsoft.com/office/officeart/2005/8/layout/radial1"/>
    <dgm:cxn modelId="{FD242586-80C3-4C6C-92F6-ADBC0A65F4E2}" type="presOf" srcId="{8A886A2B-26DA-4565-B425-8895ED226E85}" destId="{132A2A31-8599-4517-AC49-71A25B4D0870}" srcOrd="1" destOrd="0" presId="urn:microsoft.com/office/officeart/2005/8/layout/radial1"/>
    <dgm:cxn modelId="{D0C39F89-D8B4-441F-9AB3-556E1C8DF784}" type="presOf" srcId="{31125DBC-57CE-46B3-BC5A-D2E9E6EE3D99}" destId="{59AF54D9-739B-4EB2-B215-EEAD853293D5}" srcOrd="0" destOrd="0" presId="urn:microsoft.com/office/officeart/2005/8/layout/radial1"/>
    <dgm:cxn modelId="{D2018F97-42EE-45D4-BDD9-3D67EF5382ED}" type="presOf" srcId="{7C001DB6-9E5E-4F74-840B-F64E32634285}" destId="{ABB41A2E-BE6B-42FC-8AF4-AE55849CE7D1}" srcOrd="0" destOrd="0" presId="urn:microsoft.com/office/officeart/2005/8/layout/radial1"/>
    <dgm:cxn modelId="{4380249B-4603-43A2-839A-47D0F7616CBC}" type="presOf" srcId="{05EFB80B-7662-489E-B863-57F00D090883}" destId="{F597495E-BF2D-49B5-A570-CFA061F92B27}" srcOrd="1" destOrd="0" presId="urn:microsoft.com/office/officeart/2005/8/layout/radial1"/>
    <dgm:cxn modelId="{494F46A2-E1D7-48C9-AE1D-04D66E7CF404}" srcId="{1B9671FC-917E-4F94-A4E6-E8CF69AFBE93}" destId="{31125DBC-57CE-46B3-BC5A-D2E9E6EE3D99}" srcOrd="7" destOrd="0" parTransId="{271CDDEE-20D5-4462-8D83-E8C7670E6023}" sibTransId="{5261389E-61CB-4809-AB61-ADAF0F6669B4}"/>
    <dgm:cxn modelId="{F93EB6A3-8ECE-4B7C-8121-0107046BE610}" type="presOf" srcId="{E014242E-E03A-42A8-8ADF-BBA2AB1FD74A}" destId="{9F3CBB04-4D01-4CE7-85E4-F5A0F2EF4839}" srcOrd="0" destOrd="0" presId="urn:microsoft.com/office/officeart/2005/8/layout/radial1"/>
    <dgm:cxn modelId="{37C4CEB0-660D-489B-B2D6-A18AEAFC29DB}" srcId="{1B9671FC-917E-4F94-A4E6-E8CF69AFBE93}" destId="{DCE3D5FA-4406-456D-B280-CA4AA99AE8F7}" srcOrd="4" destOrd="0" parTransId="{8A886A2B-26DA-4565-B425-8895ED226E85}" sibTransId="{F82B6C38-5B49-4F5A-AE7E-7E16C0FBC2CA}"/>
    <dgm:cxn modelId="{5B6572B5-8081-4A50-87E0-8DBA449289EF}" type="presOf" srcId="{C2E3441F-F33E-4479-B163-16C2DA1A44F1}" destId="{811801B4-5488-4347-BF4D-FA910D031C74}" srcOrd="0" destOrd="0" presId="urn:microsoft.com/office/officeart/2005/8/layout/radial1"/>
    <dgm:cxn modelId="{DC91ADB9-63F4-4C78-A33C-3F4FE7F60EBF}" type="presOf" srcId="{88D464B3-0E7F-4453-BB16-89A0851E9A96}" destId="{CED87EC7-54FF-4D2C-8746-3E2865A4A69D}" srcOrd="1" destOrd="0" presId="urn:microsoft.com/office/officeart/2005/8/layout/radial1"/>
    <dgm:cxn modelId="{63678CD1-80FE-43E8-824D-4FF1864B6F33}" type="presOf" srcId="{AE47ACC9-8FA7-48EA-986E-72946587FDDD}" destId="{93FAC78A-D4E6-41CB-BF11-83D1C5FCDC4E}" srcOrd="0" destOrd="0" presId="urn:microsoft.com/office/officeart/2005/8/layout/radial1"/>
    <dgm:cxn modelId="{09C2DAD5-9ECC-429C-8B08-476378EC1657}" srcId="{1B9671FC-917E-4F94-A4E6-E8CF69AFBE93}" destId="{C2E3441F-F33E-4479-B163-16C2DA1A44F1}" srcOrd="5" destOrd="0" parTransId="{422CC4E9-9A53-4170-9D61-E2E83CB6D890}" sibTransId="{E05D632C-CDD5-4218-84A0-9F65833E4308}"/>
    <dgm:cxn modelId="{CA631BDD-9089-4A23-B6B9-BA522A6F8A6D}" type="presOf" srcId="{05EFB80B-7662-489E-B863-57F00D090883}" destId="{5DD8B233-F3B1-460A-B2A3-FA7E85F3B795}" srcOrd="0" destOrd="0" presId="urn:microsoft.com/office/officeart/2005/8/layout/radial1"/>
    <dgm:cxn modelId="{33B30CE0-6D85-4A32-AF9A-F13E35D1E23D}" type="presOf" srcId="{6E033B66-F3D7-41B5-9BA7-C24EDD1BB047}" destId="{C385EBCF-1B7F-4037-A751-13AD53A26CC3}" srcOrd="0" destOrd="0" presId="urn:microsoft.com/office/officeart/2005/8/layout/radial1"/>
    <dgm:cxn modelId="{102225EC-87E1-4E63-895E-AA9620C06590}" type="presOf" srcId="{271CDDEE-20D5-4462-8D83-E8C7670E6023}" destId="{87F29500-7C94-44F8-830A-3AE77AEA9762}" srcOrd="1" destOrd="0" presId="urn:microsoft.com/office/officeart/2005/8/layout/radial1"/>
    <dgm:cxn modelId="{CD0926ED-66B1-4555-B872-6EB7D1709980}" type="presOf" srcId="{422CC4E9-9A53-4170-9D61-E2E83CB6D890}" destId="{332B418F-E565-471C-B35B-349CC4D16C1F}" srcOrd="0" destOrd="0" presId="urn:microsoft.com/office/officeart/2005/8/layout/radial1"/>
    <dgm:cxn modelId="{9D66ACF0-B85A-418F-94FA-7F7E0B99006B}" type="presOf" srcId="{F81476D7-8B3C-4496-9F30-A93972D722ED}" destId="{51AB7DFA-1993-40C6-ADB9-D2C5BA353D28}" srcOrd="0" destOrd="0" presId="urn:microsoft.com/office/officeart/2005/8/layout/radial1"/>
    <dgm:cxn modelId="{1C45E5FC-3FA0-4449-A626-176F05CCB1C9}" type="presOf" srcId="{E014242E-E03A-42A8-8ADF-BBA2AB1FD74A}" destId="{ECC9756E-AFD6-4997-A315-63D5E10B2241}" srcOrd="1" destOrd="0" presId="urn:microsoft.com/office/officeart/2005/8/layout/radial1"/>
    <dgm:cxn modelId="{41B20EE0-EFCC-42BC-B0CC-96C326F5876B}" type="presParOf" srcId="{5DD4DEA0-A41E-4521-B8FC-C94A18DDC069}" destId="{73782229-5CA1-4787-8F21-9CD84DF81073}" srcOrd="0" destOrd="0" presId="urn:microsoft.com/office/officeart/2005/8/layout/radial1"/>
    <dgm:cxn modelId="{86CB6C2D-8A94-483F-89E6-53595561F7A2}" type="presParOf" srcId="{5DD4DEA0-A41E-4521-B8FC-C94A18DDC069}" destId="{08F87302-A064-4322-ADE5-9FA821562896}" srcOrd="1" destOrd="0" presId="urn:microsoft.com/office/officeart/2005/8/layout/radial1"/>
    <dgm:cxn modelId="{7FEBD8E7-2E97-4AB9-A6D9-4CDB6F95C9BA}" type="presParOf" srcId="{08F87302-A064-4322-ADE5-9FA821562896}" destId="{0324D695-EAA3-4C15-B8CC-324D80837C79}" srcOrd="0" destOrd="0" presId="urn:microsoft.com/office/officeart/2005/8/layout/radial1"/>
    <dgm:cxn modelId="{3967FA2F-2956-4EF5-8F72-2BA95B967603}" type="presParOf" srcId="{5DD4DEA0-A41E-4521-B8FC-C94A18DDC069}" destId="{51AB7DFA-1993-40C6-ADB9-D2C5BA353D28}" srcOrd="2" destOrd="0" presId="urn:microsoft.com/office/officeart/2005/8/layout/radial1"/>
    <dgm:cxn modelId="{456A84EF-5BB5-43FB-99D6-F41D6B8F23CD}" type="presParOf" srcId="{5DD4DEA0-A41E-4521-B8FC-C94A18DDC069}" destId="{B2A3B156-B564-4DAB-9E0B-5FCA64B2CA06}" srcOrd="3" destOrd="0" presId="urn:microsoft.com/office/officeart/2005/8/layout/radial1"/>
    <dgm:cxn modelId="{CC1A4260-1AA9-4717-9FE0-0BC612E50660}" type="presParOf" srcId="{B2A3B156-B564-4DAB-9E0B-5FCA64B2CA06}" destId="{CED87EC7-54FF-4D2C-8746-3E2865A4A69D}" srcOrd="0" destOrd="0" presId="urn:microsoft.com/office/officeart/2005/8/layout/radial1"/>
    <dgm:cxn modelId="{D8CA4841-28AA-4494-8847-E86ACCE1B541}" type="presParOf" srcId="{5DD4DEA0-A41E-4521-B8FC-C94A18DDC069}" destId="{C385EBCF-1B7F-4037-A751-13AD53A26CC3}" srcOrd="4" destOrd="0" presId="urn:microsoft.com/office/officeart/2005/8/layout/radial1"/>
    <dgm:cxn modelId="{D5BBB807-80F1-4559-B6C3-248BB48AF2C7}" type="presParOf" srcId="{5DD4DEA0-A41E-4521-B8FC-C94A18DDC069}" destId="{274B9D7B-1748-44EB-8E8E-E48ACE2F78D4}" srcOrd="5" destOrd="0" presId="urn:microsoft.com/office/officeart/2005/8/layout/radial1"/>
    <dgm:cxn modelId="{FC525A99-FEDF-4767-9751-B039319A422F}" type="presParOf" srcId="{274B9D7B-1748-44EB-8E8E-E48ACE2F78D4}" destId="{0098C658-5F7F-4AAB-9D8E-0ED1745D0BC4}" srcOrd="0" destOrd="0" presId="urn:microsoft.com/office/officeart/2005/8/layout/radial1"/>
    <dgm:cxn modelId="{6C92E495-C676-4D59-91D5-C2EFBA8273BF}" type="presParOf" srcId="{5DD4DEA0-A41E-4521-B8FC-C94A18DDC069}" destId="{93FAC78A-D4E6-41CB-BF11-83D1C5FCDC4E}" srcOrd="6" destOrd="0" presId="urn:microsoft.com/office/officeart/2005/8/layout/radial1"/>
    <dgm:cxn modelId="{20EF1E7D-41C2-4FDC-ABA1-08D80927EC20}" type="presParOf" srcId="{5DD4DEA0-A41E-4521-B8FC-C94A18DDC069}" destId="{DAA254EA-88FE-49FC-887B-401773083241}" srcOrd="7" destOrd="0" presId="urn:microsoft.com/office/officeart/2005/8/layout/radial1"/>
    <dgm:cxn modelId="{15D7034C-F35C-442C-AE80-5659381D1059}" type="presParOf" srcId="{DAA254EA-88FE-49FC-887B-401773083241}" destId="{EC6202A2-9AD5-4D4D-8705-018C85FFBF8A}" srcOrd="0" destOrd="0" presId="urn:microsoft.com/office/officeart/2005/8/layout/radial1"/>
    <dgm:cxn modelId="{39AE3B81-90EA-4713-9911-78DA56CE94FF}" type="presParOf" srcId="{5DD4DEA0-A41E-4521-B8FC-C94A18DDC069}" destId="{253574EF-1099-47CF-B167-D244CADCBA4F}" srcOrd="8" destOrd="0" presId="urn:microsoft.com/office/officeart/2005/8/layout/radial1"/>
    <dgm:cxn modelId="{D5C1D34A-B4E9-43A6-927B-24A2ACD2C8F9}" type="presParOf" srcId="{5DD4DEA0-A41E-4521-B8FC-C94A18DDC069}" destId="{51D5A8EF-DEA7-453E-9276-5C0124465840}" srcOrd="9" destOrd="0" presId="urn:microsoft.com/office/officeart/2005/8/layout/radial1"/>
    <dgm:cxn modelId="{F736BAAC-5D4C-44F5-B02E-E77ACE99793E}" type="presParOf" srcId="{51D5A8EF-DEA7-453E-9276-5C0124465840}" destId="{132A2A31-8599-4517-AC49-71A25B4D0870}" srcOrd="0" destOrd="0" presId="urn:microsoft.com/office/officeart/2005/8/layout/radial1"/>
    <dgm:cxn modelId="{F41B8EAF-4E1C-49C9-958F-711D1C358935}" type="presParOf" srcId="{5DD4DEA0-A41E-4521-B8FC-C94A18DDC069}" destId="{29FC5E16-8CE7-489A-B343-0DC6BFDBE801}" srcOrd="10" destOrd="0" presId="urn:microsoft.com/office/officeart/2005/8/layout/radial1"/>
    <dgm:cxn modelId="{74992043-3E4A-4F9F-94C7-5C3D794F8512}" type="presParOf" srcId="{5DD4DEA0-A41E-4521-B8FC-C94A18DDC069}" destId="{332B418F-E565-471C-B35B-349CC4D16C1F}" srcOrd="11" destOrd="0" presId="urn:microsoft.com/office/officeart/2005/8/layout/radial1"/>
    <dgm:cxn modelId="{7A78E6A7-836A-4B15-9BDA-D7C21539D7A2}" type="presParOf" srcId="{332B418F-E565-471C-B35B-349CC4D16C1F}" destId="{01F77C41-3D48-4327-ACD0-A4B4669F9A99}" srcOrd="0" destOrd="0" presId="urn:microsoft.com/office/officeart/2005/8/layout/radial1"/>
    <dgm:cxn modelId="{18D3218D-5D92-4B67-932F-C5020CFAE5DF}" type="presParOf" srcId="{5DD4DEA0-A41E-4521-B8FC-C94A18DDC069}" destId="{811801B4-5488-4347-BF4D-FA910D031C74}" srcOrd="12" destOrd="0" presId="urn:microsoft.com/office/officeart/2005/8/layout/radial1"/>
    <dgm:cxn modelId="{1F835F22-6219-46BD-AB04-F243F9FFD765}" type="presParOf" srcId="{5DD4DEA0-A41E-4521-B8FC-C94A18DDC069}" destId="{9F3CBB04-4D01-4CE7-85E4-F5A0F2EF4839}" srcOrd="13" destOrd="0" presId="urn:microsoft.com/office/officeart/2005/8/layout/radial1"/>
    <dgm:cxn modelId="{22AF29DA-3005-4989-9C01-085CDC61B351}" type="presParOf" srcId="{9F3CBB04-4D01-4CE7-85E4-F5A0F2EF4839}" destId="{ECC9756E-AFD6-4997-A315-63D5E10B2241}" srcOrd="0" destOrd="0" presId="urn:microsoft.com/office/officeart/2005/8/layout/radial1"/>
    <dgm:cxn modelId="{EB04B857-CED3-4253-B62A-6BD673825CCF}" type="presParOf" srcId="{5DD4DEA0-A41E-4521-B8FC-C94A18DDC069}" destId="{ABB41A2E-BE6B-42FC-8AF4-AE55849CE7D1}" srcOrd="14" destOrd="0" presId="urn:microsoft.com/office/officeart/2005/8/layout/radial1"/>
    <dgm:cxn modelId="{B3B8F6FE-1030-4FEC-BD68-6115527D7D15}" type="presParOf" srcId="{5DD4DEA0-A41E-4521-B8FC-C94A18DDC069}" destId="{74207515-A703-41E3-BBC3-CA314150FD0E}" srcOrd="15" destOrd="0" presId="urn:microsoft.com/office/officeart/2005/8/layout/radial1"/>
    <dgm:cxn modelId="{49D2DB13-9301-473A-B98F-A78DCCF68E91}" type="presParOf" srcId="{74207515-A703-41E3-BBC3-CA314150FD0E}" destId="{87F29500-7C94-44F8-830A-3AE77AEA9762}" srcOrd="0" destOrd="0" presId="urn:microsoft.com/office/officeart/2005/8/layout/radial1"/>
    <dgm:cxn modelId="{544E9CAA-5D4D-45ED-9721-DC2EE2164ACC}" type="presParOf" srcId="{5DD4DEA0-A41E-4521-B8FC-C94A18DDC069}" destId="{59AF54D9-739B-4EB2-B215-EEAD853293D5}" srcOrd="16" destOrd="0" presId="urn:microsoft.com/office/officeart/2005/8/layout/radial1"/>
    <dgm:cxn modelId="{A175BE5F-496C-4E8D-8F73-C7996DE3D4DE}" type="presParOf" srcId="{5DD4DEA0-A41E-4521-B8FC-C94A18DDC069}" destId="{5DD8B233-F3B1-460A-B2A3-FA7E85F3B795}" srcOrd="17" destOrd="0" presId="urn:microsoft.com/office/officeart/2005/8/layout/radial1"/>
    <dgm:cxn modelId="{9D348673-AF78-4AB8-91C6-EB513268F8A0}" type="presParOf" srcId="{5DD8B233-F3B1-460A-B2A3-FA7E85F3B795}" destId="{F597495E-BF2D-49B5-A570-CFA061F92B27}" srcOrd="0" destOrd="0" presId="urn:microsoft.com/office/officeart/2005/8/layout/radial1"/>
    <dgm:cxn modelId="{9C03839D-13B8-4CFF-AD51-78AEAD2D40F4}" type="presParOf" srcId="{5DD4DEA0-A41E-4521-B8FC-C94A18DDC069}" destId="{EF65FFEC-5E7F-4FA0-A6DE-7B75F21AEADD}" srcOrd="18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9185429-F0F5-4EB3-AD13-30431DBB8FC7}" type="doc">
      <dgm:prSet loTypeId="urn:microsoft.com/office/officeart/2005/8/layout/radial1" loCatId="relationship" qsTypeId="urn:microsoft.com/office/officeart/2005/8/quickstyle/simple1" qsCatId="simple" csTypeId="urn:microsoft.com/office/officeart/2005/8/colors/accent3_5" csCatId="accent3" phldr="1"/>
      <dgm:spPr/>
      <dgm:t>
        <a:bodyPr/>
        <a:lstStyle/>
        <a:p>
          <a:endParaRPr lang="es-CL"/>
        </a:p>
      </dgm:t>
    </dgm:pt>
    <dgm:pt modelId="{3B7A97B2-ED40-431F-9181-5D22EEBB87E8}">
      <dgm:prSet phldrT="[Texto]"/>
      <dgm:spPr/>
      <dgm:t>
        <a:bodyPr/>
        <a:lstStyle/>
        <a:p>
          <a:r>
            <a:rPr lang="es-CL" dirty="0" err="1"/>
            <a:t>daily</a:t>
          </a:r>
          <a:r>
            <a:rPr lang="es-CL" dirty="0"/>
            <a:t> </a:t>
          </a:r>
          <a:r>
            <a:rPr lang="es-CL" dirty="0" err="1"/>
            <a:t>average</a:t>
          </a:r>
          <a:r>
            <a:rPr lang="es-CL" dirty="0"/>
            <a:t> </a:t>
          </a:r>
          <a:r>
            <a:rPr lang="es-CL" dirty="0" err="1"/>
            <a:t>wind</a:t>
          </a:r>
          <a:r>
            <a:rPr lang="es-CL" dirty="0"/>
            <a:t> </a:t>
          </a:r>
          <a:r>
            <a:rPr lang="es-CL" dirty="0" err="1"/>
            <a:t>speed</a:t>
          </a:r>
          <a:r>
            <a:rPr lang="es-CL" dirty="0"/>
            <a:t>,</a:t>
          </a:r>
        </a:p>
      </dgm:t>
    </dgm:pt>
    <dgm:pt modelId="{406A03A6-BD4A-4A86-921F-DB8180A96778}" type="parTrans" cxnId="{A5B816F1-B296-49DD-8B9A-23854753C7F9}">
      <dgm:prSet/>
      <dgm:spPr/>
      <dgm:t>
        <a:bodyPr/>
        <a:lstStyle/>
        <a:p>
          <a:endParaRPr lang="es-CL"/>
        </a:p>
      </dgm:t>
    </dgm:pt>
    <dgm:pt modelId="{7412E13C-B7BD-46EF-9E1B-8D1859B56974}" type="sibTrans" cxnId="{A5B816F1-B296-49DD-8B9A-23854753C7F9}">
      <dgm:prSet/>
      <dgm:spPr/>
      <dgm:t>
        <a:bodyPr/>
        <a:lstStyle/>
        <a:p>
          <a:endParaRPr lang="es-CL"/>
        </a:p>
      </dgm:t>
    </dgm:pt>
    <dgm:pt modelId="{5749E73F-81C7-4165-AA79-0320B732D366}">
      <dgm:prSet/>
      <dgm:spPr/>
      <dgm:t>
        <a:bodyPr/>
        <a:lstStyle/>
        <a:p>
          <a:r>
            <a:rPr lang="es-CL" dirty="0" err="1"/>
            <a:t>daily</a:t>
          </a:r>
          <a:r>
            <a:rPr lang="es-CL" dirty="0"/>
            <a:t> </a:t>
          </a:r>
          <a:r>
            <a:rPr lang="es-CL" dirty="0" err="1"/>
            <a:t>average</a:t>
          </a:r>
          <a:r>
            <a:rPr lang="es-CL" dirty="0"/>
            <a:t> </a:t>
          </a:r>
          <a:r>
            <a:rPr lang="es-CL" dirty="0" err="1"/>
            <a:t>temperature</a:t>
          </a:r>
          <a:r>
            <a:rPr lang="es-CL" dirty="0"/>
            <a:t>,</a:t>
          </a:r>
        </a:p>
      </dgm:t>
    </dgm:pt>
    <dgm:pt modelId="{071FDA28-4758-4074-AF12-BB419A4BCAAC}" type="parTrans" cxnId="{08242E04-9B57-4C86-BB4E-E01EDD79ABF8}">
      <dgm:prSet/>
      <dgm:spPr/>
      <dgm:t>
        <a:bodyPr/>
        <a:lstStyle/>
        <a:p>
          <a:endParaRPr lang="es-CL"/>
        </a:p>
      </dgm:t>
    </dgm:pt>
    <dgm:pt modelId="{551FA075-5E28-45E4-B67B-CA860F653F97}" type="sibTrans" cxnId="{08242E04-9B57-4C86-BB4E-E01EDD79ABF8}">
      <dgm:prSet/>
      <dgm:spPr/>
      <dgm:t>
        <a:bodyPr/>
        <a:lstStyle/>
        <a:p>
          <a:endParaRPr lang="es-CL"/>
        </a:p>
      </dgm:t>
    </dgm:pt>
    <dgm:pt modelId="{341BBD42-6CE9-491B-9AAE-D8F3CB99D4C5}">
      <dgm:prSet/>
      <dgm:spPr/>
      <dgm:t>
        <a:bodyPr/>
        <a:lstStyle/>
        <a:p>
          <a:r>
            <a:rPr lang="es-CL" dirty="0" err="1"/>
            <a:t>daily</a:t>
          </a:r>
          <a:r>
            <a:rPr lang="es-CL" dirty="0"/>
            <a:t> </a:t>
          </a:r>
          <a:r>
            <a:rPr lang="es-CL" dirty="0" err="1"/>
            <a:t>average</a:t>
          </a:r>
          <a:r>
            <a:rPr lang="es-CL" dirty="0"/>
            <a:t> </a:t>
          </a:r>
          <a:r>
            <a:rPr lang="es-CL" dirty="0" err="1"/>
            <a:t>pressure</a:t>
          </a:r>
          <a:r>
            <a:rPr lang="es-CL" dirty="0"/>
            <a:t>,</a:t>
          </a:r>
        </a:p>
      </dgm:t>
    </dgm:pt>
    <dgm:pt modelId="{CF32A546-AF30-4723-82E4-3351EED9192F}" type="parTrans" cxnId="{526A05B3-C1A0-4828-9FCA-B57E812E6EA4}">
      <dgm:prSet/>
      <dgm:spPr/>
      <dgm:t>
        <a:bodyPr/>
        <a:lstStyle/>
        <a:p>
          <a:endParaRPr lang="es-CL"/>
        </a:p>
      </dgm:t>
    </dgm:pt>
    <dgm:pt modelId="{DB9B73E3-700D-4DAD-AA89-F405F99905EA}" type="sibTrans" cxnId="{526A05B3-C1A0-4828-9FCA-B57E812E6EA4}">
      <dgm:prSet/>
      <dgm:spPr/>
      <dgm:t>
        <a:bodyPr/>
        <a:lstStyle/>
        <a:p>
          <a:endParaRPr lang="es-CL"/>
        </a:p>
      </dgm:t>
    </dgm:pt>
    <dgm:pt modelId="{5CEC2E65-A0CC-4E4C-A413-F6720C707309}">
      <dgm:prSet/>
      <dgm:spPr/>
      <dgm:t>
        <a:bodyPr/>
        <a:lstStyle/>
        <a:p>
          <a:r>
            <a:rPr lang="es-CL" dirty="0" err="1"/>
            <a:t>temperature</a:t>
          </a:r>
          <a:r>
            <a:rPr lang="es-CL" dirty="0"/>
            <a:t> </a:t>
          </a:r>
          <a:r>
            <a:rPr lang="es-CL" dirty="0" err="1"/>
            <a:t>excursion</a:t>
          </a:r>
          <a:r>
            <a:rPr lang="es-CL" dirty="0"/>
            <a:t>.</a:t>
          </a:r>
        </a:p>
      </dgm:t>
    </dgm:pt>
    <dgm:pt modelId="{802FDF41-B6B3-493F-847D-B0509F3E64F2}" type="parTrans" cxnId="{930A19FA-46FC-45AC-9380-222C56E1DF24}">
      <dgm:prSet/>
      <dgm:spPr/>
      <dgm:t>
        <a:bodyPr/>
        <a:lstStyle/>
        <a:p>
          <a:endParaRPr lang="es-CL"/>
        </a:p>
      </dgm:t>
    </dgm:pt>
    <dgm:pt modelId="{001C4967-8B15-48DF-948C-61499428CB99}" type="sibTrans" cxnId="{930A19FA-46FC-45AC-9380-222C56E1DF24}">
      <dgm:prSet/>
      <dgm:spPr/>
      <dgm:t>
        <a:bodyPr/>
        <a:lstStyle/>
        <a:p>
          <a:endParaRPr lang="es-CL"/>
        </a:p>
      </dgm:t>
    </dgm:pt>
    <dgm:pt modelId="{6C853396-BF28-4A9A-AD55-DF3A76124329}">
      <dgm:prSet phldrT="[Texto]"/>
      <dgm:spPr/>
      <dgm:t>
        <a:bodyPr/>
        <a:lstStyle/>
        <a:p>
          <a:r>
            <a:rPr lang="es-CL" dirty="0" err="1"/>
            <a:t>Atmospheric</a:t>
          </a:r>
          <a:r>
            <a:rPr lang="es-CL" dirty="0"/>
            <a:t> </a:t>
          </a:r>
          <a:r>
            <a:rPr lang="es-CL" dirty="0" err="1"/>
            <a:t>factors</a:t>
          </a:r>
          <a:endParaRPr lang="es-CL" dirty="0"/>
        </a:p>
      </dgm:t>
    </dgm:pt>
    <dgm:pt modelId="{B39CC3C0-9E54-4456-A81F-3A2C50C175C5}" type="parTrans" cxnId="{AF80CC35-AE44-4A82-A052-7412C720292A}">
      <dgm:prSet/>
      <dgm:spPr/>
      <dgm:t>
        <a:bodyPr/>
        <a:lstStyle/>
        <a:p>
          <a:endParaRPr lang="es-CL"/>
        </a:p>
      </dgm:t>
    </dgm:pt>
    <dgm:pt modelId="{B3C34E3F-87B2-41B3-99AB-7BD72DE32542}" type="sibTrans" cxnId="{AF80CC35-AE44-4A82-A052-7412C720292A}">
      <dgm:prSet/>
      <dgm:spPr/>
      <dgm:t>
        <a:bodyPr/>
        <a:lstStyle/>
        <a:p>
          <a:endParaRPr lang="es-CL"/>
        </a:p>
      </dgm:t>
    </dgm:pt>
    <dgm:pt modelId="{A9A9F796-6755-4C46-B566-3CE59B8CBB56}" type="pres">
      <dgm:prSet presAssocID="{19185429-F0F5-4EB3-AD13-30431DBB8FC7}" presName="cycle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FD066034-5A7B-4ED3-9858-F0C621DBEB03}" type="pres">
      <dgm:prSet presAssocID="{6C853396-BF28-4A9A-AD55-DF3A76124329}" presName="centerShape" presStyleLbl="node0" presStyleIdx="0" presStyleCnt="1"/>
      <dgm:spPr/>
    </dgm:pt>
    <dgm:pt modelId="{A6E04BB5-6D56-4A42-BA41-DC22E1380887}" type="pres">
      <dgm:prSet presAssocID="{406A03A6-BD4A-4A86-921F-DB8180A96778}" presName="Name9" presStyleLbl="parChTrans1D2" presStyleIdx="0" presStyleCnt="4"/>
      <dgm:spPr/>
    </dgm:pt>
    <dgm:pt modelId="{56E8C70A-0C3E-47B3-9A6E-E6B0B343E990}" type="pres">
      <dgm:prSet presAssocID="{406A03A6-BD4A-4A86-921F-DB8180A96778}" presName="connTx" presStyleLbl="parChTrans1D2" presStyleIdx="0" presStyleCnt="4"/>
      <dgm:spPr/>
    </dgm:pt>
    <dgm:pt modelId="{4D117370-FED8-4327-A3E3-EA10E30DAA3E}" type="pres">
      <dgm:prSet presAssocID="{3B7A97B2-ED40-431F-9181-5D22EEBB87E8}" presName="node" presStyleLbl="node1" presStyleIdx="0" presStyleCnt="4" custRadScaleRad="98871" custRadScaleInc="3171">
        <dgm:presLayoutVars>
          <dgm:bulletEnabled val="1"/>
        </dgm:presLayoutVars>
      </dgm:prSet>
      <dgm:spPr/>
    </dgm:pt>
    <dgm:pt modelId="{213037B2-77C7-4780-827E-8383F2BF5048}" type="pres">
      <dgm:prSet presAssocID="{071FDA28-4758-4074-AF12-BB419A4BCAAC}" presName="Name9" presStyleLbl="parChTrans1D2" presStyleIdx="1" presStyleCnt="4"/>
      <dgm:spPr/>
    </dgm:pt>
    <dgm:pt modelId="{1B752FC0-4083-4CFD-8AEE-95E066DE7361}" type="pres">
      <dgm:prSet presAssocID="{071FDA28-4758-4074-AF12-BB419A4BCAAC}" presName="connTx" presStyleLbl="parChTrans1D2" presStyleIdx="1" presStyleCnt="4"/>
      <dgm:spPr/>
    </dgm:pt>
    <dgm:pt modelId="{B7285E1E-6873-4AF7-A7A4-FC1D0195524B}" type="pres">
      <dgm:prSet presAssocID="{5749E73F-81C7-4165-AA79-0320B732D366}" presName="node" presStyleLbl="node1" presStyleIdx="1" presStyleCnt="4">
        <dgm:presLayoutVars>
          <dgm:bulletEnabled val="1"/>
        </dgm:presLayoutVars>
      </dgm:prSet>
      <dgm:spPr/>
    </dgm:pt>
    <dgm:pt modelId="{8D2C55A2-9451-4D52-BBFC-F1E6413ACC56}" type="pres">
      <dgm:prSet presAssocID="{CF32A546-AF30-4723-82E4-3351EED9192F}" presName="Name9" presStyleLbl="parChTrans1D2" presStyleIdx="2" presStyleCnt="4"/>
      <dgm:spPr/>
    </dgm:pt>
    <dgm:pt modelId="{2FCB10DC-1ACF-430E-8BA4-975FB0BB7591}" type="pres">
      <dgm:prSet presAssocID="{CF32A546-AF30-4723-82E4-3351EED9192F}" presName="connTx" presStyleLbl="parChTrans1D2" presStyleIdx="2" presStyleCnt="4"/>
      <dgm:spPr/>
    </dgm:pt>
    <dgm:pt modelId="{68F60CC8-6D9A-4E71-8745-1D3FEECB6FA2}" type="pres">
      <dgm:prSet presAssocID="{341BBD42-6CE9-491B-9AAE-D8F3CB99D4C5}" presName="node" presStyleLbl="node1" presStyleIdx="2" presStyleCnt="4">
        <dgm:presLayoutVars>
          <dgm:bulletEnabled val="1"/>
        </dgm:presLayoutVars>
      </dgm:prSet>
      <dgm:spPr/>
    </dgm:pt>
    <dgm:pt modelId="{651FF06A-BE2A-4DB0-A2A6-FDE7CA18DFED}" type="pres">
      <dgm:prSet presAssocID="{802FDF41-B6B3-493F-847D-B0509F3E64F2}" presName="Name9" presStyleLbl="parChTrans1D2" presStyleIdx="3" presStyleCnt="4"/>
      <dgm:spPr/>
    </dgm:pt>
    <dgm:pt modelId="{04614197-04E5-4395-86F1-9579D4DD0787}" type="pres">
      <dgm:prSet presAssocID="{802FDF41-B6B3-493F-847D-B0509F3E64F2}" presName="connTx" presStyleLbl="parChTrans1D2" presStyleIdx="3" presStyleCnt="4"/>
      <dgm:spPr/>
    </dgm:pt>
    <dgm:pt modelId="{F110307B-8012-40CA-95E4-225C0013AEBA}" type="pres">
      <dgm:prSet presAssocID="{5CEC2E65-A0CC-4E4C-A413-F6720C707309}" presName="node" presStyleLbl="node1" presStyleIdx="3" presStyleCnt="4">
        <dgm:presLayoutVars>
          <dgm:bulletEnabled val="1"/>
        </dgm:presLayoutVars>
      </dgm:prSet>
      <dgm:spPr/>
    </dgm:pt>
  </dgm:ptLst>
  <dgm:cxnLst>
    <dgm:cxn modelId="{08242E04-9B57-4C86-BB4E-E01EDD79ABF8}" srcId="{6C853396-BF28-4A9A-AD55-DF3A76124329}" destId="{5749E73F-81C7-4165-AA79-0320B732D366}" srcOrd="1" destOrd="0" parTransId="{071FDA28-4758-4074-AF12-BB419A4BCAAC}" sibTransId="{551FA075-5E28-45E4-B67B-CA860F653F97}"/>
    <dgm:cxn modelId="{C68BA206-75DD-4CC3-A10B-68D32DCCF5F6}" type="presOf" srcId="{19185429-F0F5-4EB3-AD13-30431DBB8FC7}" destId="{A9A9F796-6755-4C46-B566-3CE59B8CBB56}" srcOrd="0" destOrd="0" presId="urn:microsoft.com/office/officeart/2005/8/layout/radial1"/>
    <dgm:cxn modelId="{C82B7A16-DBD2-43D6-BFCA-FB1265CB4A78}" type="presOf" srcId="{071FDA28-4758-4074-AF12-BB419A4BCAAC}" destId="{213037B2-77C7-4780-827E-8383F2BF5048}" srcOrd="0" destOrd="0" presId="urn:microsoft.com/office/officeart/2005/8/layout/radial1"/>
    <dgm:cxn modelId="{EB74E820-F2A1-490B-8FAB-202BC04D9D2C}" type="presOf" srcId="{406A03A6-BD4A-4A86-921F-DB8180A96778}" destId="{A6E04BB5-6D56-4A42-BA41-DC22E1380887}" srcOrd="0" destOrd="0" presId="urn:microsoft.com/office/officeart/2005/8/layout/radial1"/>
    <dgm:cxn modelId="{3EEB4E33-A822-4DCD-952E-2CF4270DC931}" type="presOf" srcId="{071FDA28-4758-4074-AF12-BB419A4BCAAC}" destId="{1B752FC0-4083-4CFD-8AEE-95E066DE7361}" srcOrd="1" destOrd="0" presId="urn:microsoft.com/office/officeart/2005/8/layout/radial1"/>
    <dgm:cxn modelId="{AF80CC35-AE44-4A82-A052-7412C720292A}" srcId="{19185429-F0F5-4EB3-AD13-30431DBB8FC7}" destId="{6C853396-BF28-4A9A-AD55-DF3A76124329}" srcOrd="0" destOrd="0" parTransId="{B39CC3C0-9E54-4456-A81F-3A2C50C175C5}" sibTransId="{B3C34E3F-87B2-41B3-99AB-7BD72DE32542}"/>
    <dgm:cxn modelId="{FDF51A62-C7B6-42D6-AE4E-96FAB998AD48}" type="presOf" srcId="{341BBD42-6CE9-491B-9AAE-D8F3CB99D4C5}" destId="{68F60CC8-6D9A-4E71-8745-1D3FEECB6FA2}" srcOrd="0" destOrd="0" presId="urn:microsoft.com/office/officeart/2005/8/layout/radial1"/>
    <dgm:cxn modelId="{4F66CC64-F2DE-49DB-B7B8-DC886688F018}" type="presOf" srcId="{406A03A6-BD4A-4A86-921F-DB8180A96778}" destId="{56E8C70A-0C3E-47B3-9A6E-E6B0B343E990}" srcOrd="1" destOrd="0" presId="urn:microsoft.com/office/officeart/2005/8/layout/radial1"/>
    <dgm:cxn modelId="{5ACC396F-4CC4-4A46-8AF2-F62D729E35F1}" type="presOf" srcId="{3B7A97B2-ED40-431F-9181-5D22EEBB87E8}" destId="{4D117370-FED8-4327-A3E3-EA10E30DAA3E}" srcOrd="0" destOrd="0" presId="urn:microsoft.com/office/officeart/2005/8/layout/radial1"/>
    <dgm:cxn modelId="{E8755675-6712-4255-B5C0-1A0B35204C02}" type="presOf" srcId="{CF32A546-AF30-4723-82E4-3351EED9192F}" destId="{2FCB10DC-1ACF-430E-8BA4-975FB0BB7591}" srcOrd="1" destOrd="0" presId="urn:microsoft.com/office/officeart/2005/8/layout/radial1"/>
    <dgm:cxn modelId="{BBC5E387-9D63-48ED-BC96-50812CAC3067}" type="presOf" srcId="{CF32A546-AF30-4723-82E4-3351EED9192F}" destId="{8D2C55A2-9451-4D52-BBFC-F1E6413ACC56}" srcOrd="0" destOrd="0" presId="urn:microsoft.com/office/officeart/2005/8/layout/radial1"/>
    <dgm:cxn modelId="{C0FBEE90-A978-4539-9A54-C8D33572EA05}" type="presOf" srcId="{5CEC2E65-A0CC-4E4C-A413-F6720C707309}" destId="{F110307B-8012-40CA-95E4-225C0013AEBA}" srcOrd="0" destOrd="0" presId="urn:microsoft.com/office/officeart/2005/8/layout/radial1"/>
    <dgm:cxn modelId="{937BFCA8-B6FE-45FE-851E-F21447ED6FC5}" type="presOf" srcId="{6C853396-BF28-4A9A-AD55-DF3A76124329}" destId="{FD066034-5A7B-4ED3-9858-F0C621DBEB03}" srcOrd="0" destOrd="0" presId="urn:microsoft.com/office/officeart/2005/8/layout/radial1"/>
    <dgm:cxn modelId="{526A05B3-C1A0-4828-9FCA-B57E812E6EA4}" srcId="{6C853396-BF28-4A9A-AD55-DF3A76124329}" destId="{341BBD42-6CE9-491B-9AAE-D8F3CB99D4C5}" srcOrd="2" destOrd="0" parTransId="{CF32A546-AF30-4723-82E4-3351EED9192F}" sibTransId="{DB9B73E3-700D-4DAD-AA89-F405F99905EA}"/>
    <dgm:cxn modelId="{C304A3C5-06FA-4EAC-A2B5-EA190C348FFC}" type="presOf" srcId="{5749E73F-81C7-4165-AA79-0320B732D366}" destId="{B7285E1E-6873-4AF7-A7A4-FC1D0195524B}" srcOrd="0" destOrd="0" presId="urn:microsoft.com/office/officeart/2005/8/layout/radial1"/>
    <dgm:cxn modelId="{8F4D04D6-010C-4684-A304-CFB97A9A6F58}" type="presOf" srcId="{802FDF41-B6B3-493F-847D-B0509F3E64F2}" destId="{04614197-04E5-4395-86F1-9579D4DD0787}" srcOrd="1" destOrd="0" presId="urn:microsoft.com/office/officeart/2005/8/layout/radial1"/>
    <dgm:cxn modelId="{3D204BE1-3335-407D-8B2E-E0C98B1B7502}" type="presOf" srcId="{802FDF41-B6B3-493F-847D-B0509F3E64F2}" destId="{651FF06A-BE2A-4DB0-A2A6-FDE7CA18DFED}" srcOrd="0" destOrd="0" presId="urn:microsoft.com/office/officeart/2005/8/layout/radial1"/>
    <dgm:cxn modelId="{A5B816F1-B296-49DD-8B9A-23854753C7F9}" srcId="{6C853396-BF28-4A9A-AD55-DF3A76124329}" destId="{3B7A97B2-ED40-431F-9181-5D22EEBB87E8}" srcOrd="0" destOrd="0" parTransId="{406A03A6-BD4A-4A86-921F-DB8180A96778}" sibTransId="{7412E13C-B7BD-46EF-9E1B-8D1859B56974}"/>
    <dgm:cxn modelId="{930A19FA-46FC-45AC-9380-222C56E1DF24}" srcId="{6C853396-BF28-4A9A-AD55-DF3A76124329}" destId="{5CEC2E65-A0CC-4E4C-A413-F6720C707309}" srcOrd="3" destOrd="0" parTransId="{802FDF41-B6B3-493F-847D-B0509F3E64F2}" sibTransId="{001C4967-8B15-48DF-948C-61499428CB99}"/>
    <dgm:cxn modelId="{80F47A2A-81A9-439D-808D-2CE0979E9572}" type="presParOf" srcId="{A9A9F796-6755-4C46-B566-3CE59B8CBB56}" destId="{FD066034-5A7B-4ED3-9858-F0C621DBEB03}" srcOrd="0" destOrd="0" presId="urn:microsoft.com/office/officeart/2005/8/layout/radial1"/>
    <dgm:cxn modelId="{151E6BA3-A8D4-45C5-B574-79E3BB1361F1}" type="presParOf" srcId="{A9A9F796-6755-4C46-B566-3CE59B8CBB56}" destId="{A6E04BB5-6D56-4A42-BA41-DC22E1380887}" srcOrd="1" destOrd="0" presId="urn:microsoft.com/office/officeart/2005/8/layout/radial1"/>
    <dgm:cxn modelId="{229EC28C-7705-4B5C-A062-B5F772DCDA63}" type="presParOf" srcId="{A6E04BB5-6D56-4A42-BA41-DC22E1380887}" destId="{56E8C70A-0C3E-47B3-9A6E-E6B0B343E990}" srcOrd="0" destOrd="0" presId="urn:microsoft.com/office/officeart/2005/8/layout/radial1"/>
    <dgm:cxn modelId="{F68E66AA-2285-42F6-9B1F-896D7CAECBD7}" type="presParOf" srcId="{A9A9F796-6755-4C46-B566-3CE59B8CBB56}" destId="{4D117370-FED8-4327-A3E3-EA10E30DAA3E}" srcOrd="2" destOrd="0" presId="urn:microsoft.com/office/officeart/2005/8/layout/radial1"/>
    <dgm:cxn modelId="{80068CE4-0125-40E2-AD84-4F40D8B637E4}" type="presParOf" srcId="{A9A9F796-6755-4C46-B566-3CE59B8CBB56}" destId="{213037B2-77C7-4780-827E-8383F2BF5048}" srcOrd="3" destOrd="0" presId="urn:microsoft.com/office/officeart/2005/8/layout/radial1"/>
    <dgm:cxn modelId="{3790137C-BD7F-481C-B3EC-A039F018BA70}" type="presParOf" srcId="{213037B2-77C7-4780-827E-8383F2BF5048}" destId="{1B752FC0-4083-4CFD-8AEE-95E066DE7361}" srcOrd="0" destOrd="0" presId="urn:microsoft.com/office/officeart/2005/8/layout/radial1"/>
    <dgm:cxn modelId="{DA44416B-2AF4-465F-973D-D386370D0286}" type="presParOf" srcId="{A9A9F796-6755-4C46-B566-3CE59B8CBB56}" destId="{B7285E1E-6873-4AF7-A7A4-FC1D0195524B}" srcOrd="4" destOrd="0" presId="urn:microsoft.com/office/officeart/2005/8/layout/radial1"/>
    <dgm:cxn modelId="{B4E41A6B-AD98-4A65-A8A0-D0213C8AC5C6}" type="presParOf" srcId="{A9A9F796-6755-4C46-B566-3CE59B8CBB56}" destId="{8D2C55A2-9451-4D52-BBFC-F1E6413ACC56}" srcOrd="5" destOrd="0" presId="urn:microsoft.com/office/officeart/2005/8/layout/radial1"/>
    <dgm:cxn modelId="{8629E0CF-DF6F-44CA-97C7-50E5043FABBC}" type="presParOf" srcId="{8D2C55A2-9451-4D52-BBFC-F1E6413ACC56}" destId="{2FCB10DC-1ACF-430E-8BA4-975FB0BB7591}" srcOrd="0" destOrd="0" presId="urn:microsoft.com/office/officeart/2005/8/layout/radial1"/>
    <dgm:cxn modelId="{1678F52B-3013-41BB-B5CC-1CDED5FF2F67}" type="presParOf" srcId="{A9A9F796-6755-4C46-B566-3CE59B8CBB56}" destId="{68F60CC8-6D9A-4E71-8745-1D3FEECB6FA2}" srcOrd="6" destOrd="0" presId="urn:microsoft.com/office/officeart/2005/8/layout/radial1"/>
    <dgm:cxn modelId="{A629B6CB-A326-43D8-B9B0-BA48B7C395FA}" type="presParOf" srcId="{A9A9F796-6755-4C46-B566-3CE59B8CBB56}" destId="{651FF06A-BE2A-4DB0-A2A6-FDE7CA18DFED}" srcOrd="7" destOrd="0" presId="urn:microsoft.com/office/officeart/2005/8/layout/radial1"/>
    <dgm:cxn modelId="{5861E4CC-85C8-4B42-AEA9-84A9CA7F0FC8}" type="presParOf" srcId="{651FF06A-BE2A-4DB0-A2A6-FDE7CA18DFED}" destId="{04614197-04E5-4395-86F1-9579D4DD0787}" srcOrd="0" destOrd="0" presId="urn:microsoft.com/office/officeart/2005/8/layout/radial1"/>
    <dgm:cxn modelId="{FAE8C0D2-F54C-400D-B87E-08C5105021B0}" type="presParOf" srcId="{A9A9F796-6755-4C46-B566-3CE59B8CBB56}" destId="{F110307B-8012-40CA-95E4-225C0013AEBA}" srcOrd="8" destOrd="0" presId="urn:microsoft.com/office/officeart/2005/8/layout/radial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782229-5CA1-4787-8F21-9CD84DF81073}">
      <dsp:nvSpPr>
        <dsp:cNvPr id="0" name=""/>
        <dsp:cNvSpPr/>
      </dsp:nvSpPr>
      <dsp:spPr>
        <a:xfrm>
          <a:off x="2718110" y="2106231"/>
          <a:ext cx="1096659" cy="109665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" tIns="9525" rIns="9525" bIns="9525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500" kern="1200" dirty="0" err="1"/>
            <a:t>Pollulants</a:t>
          </a:r>
          <a:endParaRPr lang="es-CL" sz="1500" kern="1200" dirty="0"/>
        </a:p>
      </dsp:txBody>
      <dsp:txXfrm>
        <a:off x="2878712" y="2266833"/>
        <a:ext cx="775455" cy="775455"/>
      </dsp:txXfrm>
    </dsp:sp>
    <dsp:sp modelId="{08F87302-A064-4322-ADE5-9FA821562896}">
      <dsp:nvSpPr>
        <dsp:cNvPr id="0" name=""/>
        <dsp:cNvSpPr/>
      </dsp:nvSpPr>
      <dsp:spPr>
        <a:xfrm rot="16181244">
          <a:off x="2835013" y="1665027"/>
          <a:ext cx="852219" cy="30216"/>
        </a:xfrm>
        <a:custGeom>
          <a:avLst/>
          <a:gdLst/>
          <a:ahLst/>
          <a:cxnLst/>
          <a:rect l="0" t="0" r="0" b="0"/>
          <a:pathLst>
            <a:path>
              <a:moveTo>
                <a:pt x="0" y="15108"/>
              </a:moveTo>
              <a:lnTo>
                <a:pt x="852219" y="15108"/>
              </a:lnTo>
            </a:path>
          </a:pathLst>
        </a:cu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L" sz="500" kern="1200"/>
        </a:p>
      </dsp:txBody>
      <dsp:txXfrm rot="10800000">
        <a:off x="3239818" y="1658830"/>
        <a:ext cx="42610" cy="42610"/>
      </dsp:txXfrm>
    </dsp:sp>
    <dsp:sp modelId="{51AB7DFA-1993-40C6-ADB9-D2C5BA353D28}">
      <dsp:nvSpPr>
        <dsp:cNvPr id="0" name=""/>
        <dsp:cNvSpPr/>
      </dsp:nvSpPr>
      <dsp:spPr>
        <a:xfrm>
          <a:off x="2707477" y="157381"/>
          <a:ext cx="1096659" cy="109665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400" b="1" kern="1200" dirty="0"/>
            <a:t>NO2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900" b="0" i="1" u="none" kern="1200" dirty="0"/>
            <a:t>Nitrogen </a:t>
          </a:r>
          <a:r>
            <a:rPr lang="sv-SE" sz="900" b="0" i="1" u="none" kern="1200" dirty="0" err="1"/>
            <a:t>dioxide</a:t>
          </a:r>
          <a:endParaRPr lang="es-CL" sz="900" kern="1200" dirty="0"/>
        </a:p>
      </dsp:txBody>
      <dsp:txXfrm>
        <a:off x="2868079" y="317983"/>
        <a:ext cx="775455" cy="775455"/>
      </dsp:txXfrm>
    </dsp:sp>
    <dsp:sp modelId="{B2A3B156-B564-4DAB-9E0B-5FCA64B2CA06}">
      <dsp:nvSpPr>
        <dsp:cNvPr id="0" name=""/>
        <dsp:cNvSpPr/>
      </dsp:nvSpPr>
      <dsp:spPr>
        <a:xfrm rot="18600000">
          <a:off x="3442114" y="1840292"/>
          <a:ext cx="989800" cy="30216"/>
        </a:xfrm>
        <a:custGeom>
          <a:avLst/>
          <a:gdLst/>
          <a:ahLst/>
          <a:cxnLst/>
          <a:rect l="0" t="0" r="0" b="0"/>
          <a:pathLst>
            <a:path>
              <a:moveTo>
                <a:pt x="0" y="15108"/>
              </a:moveTo>
              <a:lnTo>
                <a:pt x="989800" y="15108"/>
              </a:lnTo>
            </a:path>
          </a:pathLst>
        </a:cu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L" sz="500" kern="1200"/>
        </a:p>
      </dsp:txBody>
      <dsp:txXfrm>
        <a:off x="3912270" y="1830655"/>
        <a:ext cx="49490" cy="49490"/>
      </dsp:txXfrm>
    </dsp:sp>
    <dsp:sp modelId="{C385EBCF-1B7F-4037-A751-13AD53A26CC3}">
      <dsp:nvSpPr>
        <dsp:cNvPr id="0" name=""/>
        <dsp:cNvSpPr/>
      </dsp:nvSpPr>
      <dsp:spPr>
        <a:xfrm>
          <a:off x="4059261" y="507910"/>
          <a:ext cx="1096659" cy="109665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400" b="1" kern="1200" dirty="0"/>
            <a:t>SO2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900" b="0" i="1" u="none" kern="1200" dirty="0" err="1"/>
            <a:t>Sulphur</a:t>
          </a:r>
          <a:r>
            <a:rPr lang="sv-SE" sz="900" b="0" i="1" u="none" kern="1200" dirty="0"/>
            <a:t> </a:t>
          </a:r>
          <a:r>
            <a:rPr lang="sv-SE" sz="900" b="0" i="1" u="none" kern="1200" dirty="0" err="1"/>
            <a:t>dioxide</a:t>
          </a:r>
          <a:endParaRPr lang="es-CL" sz="900" kern="1200" dirty="0"/>
        </a:p>
      </dsp:txBody>
      <dsp:txXfrm>
        <a:off x="4219863" y="668512"/>
        <a:ext cx="775455" cy="775455"/>
      </dsp:txXfrm>
    </dsp:sp>
    <dsp:sp modelId="{274B9D7B-1748-44EB-8E8E-E48ACE2F78D4}">
      <dsp:nvSpPr>
        <dsp:cNvPr id="0" name=""/>
        <dsp:cNvSpPr/>
      </dsp:nvSpPr>
      <dsp:spPr>
        <a:xfrm rot="21000000">
          <a:off x="3798920" y="2458297"/>
          <a:ext cx="989800" cy="30216"/>
        </a:xfrm>
        <a:custGeom>
          <a:avLst/>
          <a:gdLst/>
          <a:ahLst/>
          <a:cxnLst/>
          <a:rect l="0" t="0" r="0" b="0"/>
          <a:pathLst>
            <a:path>
              <a:moveTo>
                <a:pt x="0" y="15108"/>
              </a:moveTo>
              <a:lnTo>
                <a:pt x="989800" y="15108"/>
              </a:lnTo>
            </a:path>
          </a:pathLst>
        </a:cu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L" sz="500" kern="1200"/>
        </a:p>
      </dsp:txBody>
      <dsp:txXfrm>
        <a:off x="4269076" y="2448660"/>
        <a:ext cx="49490" cy="49490"/>
      </dsp:txXfrm>
    </dsp:sp>
    <dsp:sp modelId="{93FAC78A-D4E6-41CB-BF11-83D1C5FCDC4E}">
      <dsp:nvSpPr>
        <dsp:cNvPr id="0" name=""/>
        <dsp:cNvSpPr/>
      </dsp:nvSpPr>
      <dsp:spPr>
        <a:xfrm>
          <a:off x="4772872" y="1743921"/>
          <a:ext cx="1096659" cy="109665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PM10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900" b="0" i="1" u="none" kern="1200" dirty="0" err="1"/>
            <a:t>Particulate</a:t>
          </a:r>
          <a:r>
            <a:rPr lang="sv-SE" sz="900" b="0" i="1" u="none" kern="1200" dirty="0"/>
            <a:t> </a:t>
          </a:r>
          <a:r>
            <a:rPr lang="sv-SE" sz="900" b="0" i="1" u="none" kern="1200" dirty="0" err="1"/>
            <a:t>matter</a:t>
          </a:r>
          <a:r>
            <a:rPr lang="sv-SE" sz="900" b="0" i="1" u="none" kern="1200" dirty="0"/>
            <a:t> (</a:t>
          </a:r>
          <a:r>
            <a:rPr lang="sv-SE" sz="900" b="0" i="1" u="none" kern="1200" dirty="0" err="1"/>
            <a:t>aerodynamic</a:t>
          </a:r>
          <a:r>
            <a:rPr lang="sv-SE" sz="900" b="0" i="1" u="none" kern="1200" dirty="0"/>
            <a:t> diameter less </a:t>
          </a:r>
          <a:r>
            <a:rPr lang="sv-SE" sz="900" b="0" i="1" u="none" kern="1200" dirty="0" err="1"/>
            <a:t>than</a:t>
          </a:r>
          <a:r>
            <a:rPr lang="sv-SE" sz="900" b="0" i="1" u="none" kern="1200" dirty="0"/>
            <a:t> 10).</a:t>
          </a:r>
          <a:endParaRPr lang="es-CL" sz="900" i="1" kern="1200" dirty="0"/>
        </a:p>
      </dsp:txBody>
      <dsp:txXfrm>
        <a:off x="4933474" y="1904523"/>
        <a:ext cx="775455" cy="775455"/>
      </dsp:txXfrm>
    </dsp:sp>
    <dsp:sp modelId="{DAA254EA-88FE-49FC-887B-401773083241}">
      <dsp:nvSpPr>
        <dsp:cNvPr id="0" name=""/>
        <dsp:cNvSpPr/>
      </dsp:nvSpPr>
      <dsp:spPr>
        <a:xfrm rot="1800000">
          <a:off x="3675003" y="3161067"/>
          <a:ext cx="989800" cy="30216"/>
        </a:xfrm>
        <a:custGeom>
          <a:avLst/>
          <a:gdLst/>
          <a:ahLst/>
          <a:cxnLst/>
          <a:rect l="0" t="0" r="0" b="0"/>
          <a:pathLst>
            <a:path>
              <a:moveTo>
                <a:pt x="0" y="15108"/>
              </a:moveTo>
              <a:lnTo>
                <a:pt x="989800" y="15108"/>
              </a:lnTo>
            </a:path>
          </a:pathLst>
        </a:cu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L" sz="500" kern="1200"/>
        </a:p>
      </dsp:txBody>
      <dsp:txXfrm>
        <a:off x="4145158" y="3151430"/>
        <a:ext cx="49490" cy="49490"/>
      </dsp:txXfrm>
    </dsp:sp>
    <dsp:sp modelId="{253574EF-1099-47CF-B167-D244CADCBA4F}">
      <dsp:nvSpPr>
        <dsp:cNvPr id="0" name=""/>
        <dsp:cNvSpPr/>
      </dsp:nvSpPr>
      <dsp:spPr>
        <a:xfrm>
          <a:off x="4525037" y="3149461"/>
          <a:ext cx="1096659" cy="109665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/>
            <a:t>PM2.5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800" b="0" i="1" u="none" kern="1200" dirty="0" err="1"/>
            <a:t>Particulate</a:t>
          </a:r>
          <a:r>
            <a:rPr lang="sv-SE" sz="800" b="0" i="1" u="none" kern="1200" dirty="0"/>
            <a:t> </a:t>
          </a:r>
          <a:r>
            <a:rPr lang="sv-SE" sz="800" b="0" i="1" u="none" kern="1200" dirty="0" err="1"/>
            <a:t>matter</a:t>
          </a:r>
          <a:r>
            <a:rPr lang="sv-SE" sz="800" b="0" i="1" u="none" kern="1200" dirty="0"/>
            <a:t> (</a:t>
          </a:r>
          <a:r>
            <a:rPr lang="sv-SE" sz="800" b="0" i="1" u="none" kern="1200" dirty="0" err="1"/>
            <a:t>aerodynamic</a:t>
          </a:r>
          <a:r>
            <a:rPr lang="sv-SE" sz="800" b="0" i="1" u="none" kern="1200" dirty="0"/>
            <a:t> diameter less </a:t>
          </a:r>
          <a:r>
            <a:rPr lang="sv-SE" sz="800" b="0" i="1" u="none" kern="1200" dirty="0" err="1"/>
            <a:t>than</a:t>
          </a:r>
          <a:r>
            <a:rPr lang="sv-SE" sz="800" b="0" i="1" u="none" kern="1200" dirty="0"/>
            <a:t> 2.5).</a:t>
          </a:r>
          <a:endParaRPr lang="es-CL" sz="800" i="1" kern="1200" dirty="0"/>
        </a:p>
      </dsp:txBody>
      <dsp:txXfrm>
        <a:off x="4685639" y="3310063"/>
        <a:ext cx="775455" cy="775455"/>
      </dsp:txXfrm>
    </dsp:sp>
    <dsp:sp modelId="{51D5A8EF-DEA7-453E-9276-5C0124465840}">
      <dsp:nvSpPr>
        <dsp:cNvPr id="0" name=""/>
        <dsp:cNvSpPr/>
      </dsp:nvSpPr>
      <dsp:spPr>
        <a:xfrm rot="4200000">
          <a:off x="3128345" y="3619768"/>
          <a:ext cx="989800" cy="30216"/>
        </a:xfrm>
        <a:custGeom>
          <a:avLst/>
          <a:gdLst/>
          <a:ahLst/>
          <a:cxnLst/>
          <a:rect l="0" t="0" r="0" b="0"/>
          <a:pathLst>
            <a:path>
              <a:moveTo>
                <a:pt x="0" y="15108"/>
              </a:moveTo>
              <a:lnTo>
                <a:pt x="989800" y="15108"/>
              </a:lnTo>
            </a:path>
          </a:pathLst>
        </a:cu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L" sz="500" kern="1200"/>
        </a:p>
      </dsp:txBody>
      <dsp:txXfrm>
        <a:off x="3598500" y="3610131"/>
        <a:ext cx="49490" cy="49490"/>
      </dsp:txXfrm>
    </dsp:sp>
    <dsp:sp modelId="{29FC5E16-8CE7-489A-B343-0DC6BFDBE801}">
      <dsp:nvSpPr>
        <dsp:cNvPr id="0" name=""/>
        <dsp:cNvSpPr/>
      </dsp:nvSpPr>
      <dsp:spPr>
        <a:xfrm>
          <a:off x="3431721" y="4066862"/>
          <a:ext cx="1096659" cy="109665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400" b="1" kern="1200" dirty="0"/>
            <a:t>O3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900" kern="1200" dirty="0" err="1"/>
            <a:t>Ozon</a:t>
          </a:r>
          <a:endParaRPr lang="es-CL" sz="900" kern="1200" dirty="0"/>
        </a:p>
      </dsp:txBody>
      <dsp:txXfrm>
        <a:off x="3592323" y="4227464"/>
        <a:ext cx="775455" cy="775455"/>
      </dsp:txXfrm>
    </dsp:sp>
    <dsp:sp modelId="{332B418F-E565-471C-B35B-349CC4D16C1F}">
      <dsp:nvSpPr>
        <dsp:cNvPr id="0" name=""/>
        <dsp:cNvSpPr/>
      </dsp:nvSpPr>
      <dsp:spPr>
        <a:xfrm rot="6600000">
          <a:off x="2414733" y="3619768"/>
          <a:ext cx="989800" cy="30216"/>
        </a:xfrm>
        <a:custGeom>
          <a:avLst/>
          <a:gdLst/>
          <a:ahLst/>
          <a:cxnLst/>
          <a:rect l="0" t="0" r="0" b="0"/>
          <a:pathLst>
            <a:path>
              <a:moveTo>
                <a:pt x="0" y="15108"/>
              </a:moveTo>
              <a:lnTo>
                <a:pt x="989800" y="15108"/>
              </a:lnTo>
            </a:path>
          </a:pathLst>
        </a:cu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L" sz="500" kern="1200"/>
        </a:p>
      </dsp:txBody>
      <dsp:txXfrm rot="10800000">
        <a:off x="2884889" y="3610131"/>
        <a:ext cx="49490" cy="49490"/>
      </dsp:txXfrm>
    </dsp:sp>
    <dsp:sp modelId="{811801B4-5488-4347-BF4D-FA910D031C74}">
      <dsp:nvSpPr>
        <dsp:cNvPr id="0" name=""/>
        <dsp:cNvSpPr/>
      </dsp:nvSpPr>
      <dsp:spPr>
        <a:xfrm>
          <a:off x="2004498" y="4066862"/>
          <a:ext cx="1096659" cy="109665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400" b="1" kern="1200" dirty="0"/>
            <a:t>CO</a:t>
          </a:r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900" b="0" i="1" u="none" kern="1200" dirty="0" err="1"/>
            <a:t>Carbon</a:t>
          </a:r>
          <a:r>
            <a:rPr lang="sv-SE" sz="900" b="0" i="1" u="none" kern="1200" dirty="0"/>
            <a:t> </a:t>
          </a:r>
          <a:r>
            <a:rPr lang="sv-SE" sz="900" b="0" i="1" u="none" kern="1200" dirty="0" err="1"/>
            <a:t>dioxide</a:t>
          </a:r>
          <a:endParaRPr lang="es-CL" sz="900" b="0" i="1" kern="1200" dirty="0"/>
        </a:p>
      </dsp:txBody>
      <dsp:txXfrm>
        <a:off x="2165100" y="4227464"/>
        <a:ext cx="775455" cy="775455"/>
      </dsp:txXfrm>
    </dsp:sp>
    <dsp:sp modelId="{9F3CBB04-4D01-4CE7-85E4-F5A0F2EF4839}">
      <dsp:nvSpPr>
        <dsp:cNvPr id="0" name=""/>
        <dsp:cNvSpPr/>
      </dsp:nvSpPr>
      <dsp:spPr>
        <a:xfrm rot="9000000">
          <a:off x="1868075" y="3161067"/>
          <a:ext cx="989800" cy="30216"/>
        </a:xfrm>
        <a:custGeom>
          <a:avLst/>
          <a:gdLst/>
          <a:ahLst/>
          <a:cxnLst/>
          <a:rect l="0" t="0" r="0" b="0"/>
          <a:pathLst>
            <a:path>
              <a:moveTo>
                <a:pt x="0" y="15108"/>
              </a:moveTo>
              <a:lnTo>
                <a:pt x="989800" y="15108"/>
              </a:lnTo>
            </a:path>
          </a:pathLst>
        </a:cu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L" sz="500" kern="1200"/>
        </a:p>
      </dsp:txBody>
      <dsp:txXfrm rot="10800000">
        <a:off x="2338231" y="3151430"/>
        <a:ext cx="49490" cy="49490"/>
      </dsp:txXfrm>
    </dsp:sp>
    <dsp:sp modelId="{ABB41A2E-BE6B-42FC-8AF4-AE55849CE7D1}">
      <dsp:nvSpPr>
        <dsp:cNvPr id="0" name=""/>
        <dsp:cNvSpPr/>
      </dsp:nvSpPr>
      <dsp:spPr>
        <a:xfrm>
          <a:off x="911182" y="3149461"/>
          <a:ext cx="1096659" cy="109665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400" b="1" kern="1200" dirty="0" err="1"/>
            <a:t>Toluene</a:t>
          </a:r>
          <a:endParaRPr lang="es-CL" sz="1400" b="1" kern="1200" dirty="0"/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800" b="0" i="1" u="none" kern="1200" dirty="0" err="1"/>
            <a:t>Organic</a:t>
          </a:r>
          <a:r>
            <a:rPr lang="sv-SE" sz="800" b="0" i="1" u="none" kern="1200" dirty="0"/>
            <a:t> solvent </a:t>
          </a:r>
          <a:r>
            <a:rPr lang="sv-SE" sz="800" b="0" i="1" u="none" kern="1200" dirty="0" err="1"/>
            <a:t>that</a:t>
          </a:r>
          <a:r>
            <a:rPr lang="sv-SE" sz="800" b="0" i="1" u="none" kern="1200" dirty="0"/>
            <a:t> </a:t>
          </a:r>
          <a:r>
            <a:rPr lang="sv-SE" sz="800" b="0" i="1" u="none" kern="1200" dirty="0" err="1"/>
            <a:t>belongs</a:t>
          </a:r>
          <a:r>
            <a:rPr lang="sv-SE" sz="800" b="0" i="1" u="none" kern="1200" dirty="0"/>
            <a:t> to the </a:t>
          </a:r>
          <a:r>
            <a:rPr lang="sv-SE" sz="800" b="0" i="1" u="none" kern="1200" dirty="0" err="1"/>
            <a:t>group</a:t>
          </a:r>
          <a:r>
            <a:rPr lang="sv-SE" sz="800" b="0" i="1" u="none" kern="1200" dirty="0"/>
            <a:t> </a:t>
          </a:r>
          <a:r>
            <a:rPr lang="sv-SE" sz="800" b="0" i="1" u="none" kern="1200" dirty="0" err="1"/>
            <a:t>of</a:t>
          </a:r>
          <a:r>
            <a:rPr lang="sv-SE" sz="800" b="0" i="1" u="none" kern="1200" dirty="0"/>
            <a:t> </a:t>
          </a:r>
          <a:r>
            <a:rPr lang="sv-SE" sz="800" b="0" i="1" u="none" kern="1200" dirty="0" err="1"/>
            <a:t>aromatic</a:t>
          </a:r>
          <a:r>
            <a:rPr lang="sv-SE" sz="800" b="0" i="1" u="none" kern="1200" dirty="0"/>
            <a:t> </a:t>
          </a:r>
          <a:r>
            <a:rPr lang="sv-SE" sz="800" b="0" i="1" u="none" kern="1200" dirty="0" err="1"/>
            <a:t>hydrocarbons</a:t>
          </a:r>
          <a:r>
            <a:rPr lang="sv-SE" sz="800" b="0" i="1" u="none" kern="1200" dirty="0"/>
            <a:t>.</a:t>
          </a:r>
          <a:endParaRPr lang="es-CL" sz="800" i="1" kern="1200" dirty="0"/>
        </a:p>
      </dsp:txBody>
      <dsp:txXfrm>
        <a:off x="1071784" y="3310063"/>
        <a:ext cx="775455" cy="775455"/>
      </dsp:txXfrm>
    </dsp:sp>
    <dsp:sp modelId="{74207515-A703-41E3-BBC3-CA314150FD0E}">
      <dsp:nvSpPr>
        <dsp:cNvPr id="0" name=""/>
        <dsp:cNvSpPr/>
      </dsp:nvSpPr>
      <dsp:spPr>
        <a:xfrm rot="11400000">
          <a:off x="1744158" y="2458297"/>
          <a:ext cx="989800" cy="30216"/>
        </a:xfrm>
        <a:custGeom>
          <a:avLst/>
          <a:gdLst/>
          <a:ahLst/>
          <a:cxnLst/>
          <a:rect l="0" t="0" r="0" b="0"/>
          <a:pathLst>
            <a:path>
              <a:moveTo>
                <a:pt x="0" y="15108"/>
              </a:moveTo>
              <a:lnTo>
                <a:pt x="989800" y="15108"/>
              </a:lnTo>
            </a:path>
          </a:pathLst>
        </a:cu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L" sz="500" kern="1200"/>
        </a:p>
      </dsp:txBody>
      <dsp:txXfrm rot="10800000">
        <a:off x="2214313" y="2448660"/>
        <a:ext cx="49490" cy="49490"/>
      </dsp:txXfrm>
    </dsp:sp>
    <dsp:sp modelId="{59AF54D9-739B-4EB2-B215-EEAD853293D5}">
      <dsp:nvSpPr>
        <dsp:cNvPr id="0" name=""/>
        <dsp:cNvSpPr/>
      </dsp:nvSpPr>
      <dsp:spPr>
        <a:xfrm>
          <a:off x="663348" y="1743921"/>
          <a:ext cx="1096659" cy="109665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" tIns="7620" rIns="7620" bIns="762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200" b="1" kern="1200" dirty="0" err="1"/>
            <a:t>Etilbenzene</a:t>
          </a:r>
          <a:endParaRPr lang="es-CL" sz="1200" b="1" kern="1200" dirty="0"/>
        </a:p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900" b="0" i="1" u="none" kern="1200" dirty="0"/>
            <a:t>Colorless </a:t>
          </a:r>
          <a:r>
            <a:rPr lang="sv-SE" sz="900" b="0" i="1" u="none" kern="1200" dirty="0" err="1"/>
            <a:t>liquid</a:t>
          </a:r>
          <a:r>
            <a:rPr lang="sv-SE" sz="900" b="0" i="1" u="none" kern="1200" dirty="0"/>
            <a:t> </a:t>
          </a:r>
          <a:r>
            <a:rPr lang="sv-SE" sz="900" b="0" i="1" u="none" kern="1200" dirty="0" err="1"/>
            <a:t>organic</a:t>
          </a:r>
          <a:r>
            <a:rPr lang="sv-SE" sz="900" b="0" i="1" u="none" kern="1200" dirty="0"/>
            <a:t> </a:t>
          </a:r>
          <a:r>
            <a:rPr lang="sv-SE" sz="900" b="0" i="1" u="none" kern="1200" dirty="0" err="1"/>
            <a:t>compound</a:t>
          </a:r>
          <a:endParaRPr lang="es-CL" sz="900" kern="1200" dirty="0"/>
        </a:p>
      </dsp:txBody>
      <dsp:txXfrm>
        <a:off x="823950" y="1904523"/>
        <a:ext cx="775455" cy="775455"/>
      </dsp:txXfrm>
    </dsp:sp>
    <dsp:sp modelId="{5DD8B233-F3B1-460A-B2A3-FA7E85F3B795}">
      <dsp:nvSpPr>
        <dsp:cNvPr id="0" name=""/>
        <dsp:cNvSpPr/>
      </dsp:nvSpPr>
      <dsp:spPr>
        <a:xfrm rot="13800000">
          <a:off x="2100964" y="1840292"/>
          <a:ext cx="989800" cy="30216"/>
        </a:xfrm>
        <a:custGeom>
          <a:avLst/>
          <a:gdLst/>
          <a:ahLst/>
          <a:cxnLst/>
          <a:rect l="0" t="0" r="0" b="0"/>
          <a:pathLst>
            <a:path>
              <a:moveTo>
                <a:pt x="0" y="15108"/>
              </a:moveTo>
              <a:lnTo>
                <a:pt x="989800" y="15108"/>
              </a:lnTo>
            </a:path>
          </a:pathLst>
        </a:custGeom>
        <a:noFill/>
        <a:ln w="127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L" sz="500" kern="1200"/>
        </a:p>
      </dsp:txBody>
      <dsp:txXfrm rot="10800000">
        <a:off x="2571119" y="1830655"/>
        <a:ext cx="49490" cy="49490"/>
      </dsp:txXfrm>
    </dsp:sp>
    <dsp:sp modelId="{EF65FFEC-5E7F-4FA0-A6DE-7B75F21AEADD}">
      <dsp:nvSpPr>
        <dsp:cNvPr id="0" name=""/>
        <dsp:cNvSpPr/>
      </dsp:nvSpPr>
      <dsp:spPr>
        <a:xfrm>
          <a:off x="1376959" y="507910"/>
          <a:ext cx="1096659" cy="109665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400" b="1" kern="1200" dirty="0" err="1"/>
            <a:t>Oxylene</a:t>
          </a:r>
          <a:endParaRPr lang="es-CL" sz="1400" b="1" kern="1200" dirty="0"/>
        </a:p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sv-SE" sz="900" b="0" i="1" u="none" kern="1200" dirty="0"/>
            <a:t>Is a colorless, </a:t>
          </a:r>
          <a:r>
            <a:rPr lang="sv-SE" sz="900" b="0" i="1" u="none" kern="1200" dirty="0" err="1"/>
            <a:t>flammable</a:t>
          </a:r>
          <a:r>
            <a:rPr lang="sv-SE" sz="900" b="0" i="1" u="none" kern="1200" dirty="0"/>
            <a:t> </a:t>
          </a:r>
          <a:r>
            <a:rPr lang="sv-SE" sz="900" b="0" i="1" u="none" kern="1200" dirty="0" err="1"/>
            <a:t>liquid</a:t>
          </a:r>
          <a:endParaRPr lang="es-CL" sz="900" kern="1200" dirty="0"/>
        </a:p>
      </dsp:txBody>
      <dsp:txXfrm>
        <a:off x="1537561" y="668512"/>
        <a:ext cx="775455" cy="77545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066034-5A7B-4ED3-9858-F0C621DBEB03}">
      <dsp:nvSpPr>
        <dsp:cNvPr id="0" name=""/>
        <dsp:cNvSpPr/>
      </dsp:nvSpPr>
      <dsp:spPr>
        <a:xfrm>
          <a:off x="1345729" y="1257348"/>
          <a:ext cx="955980" cy="955980"/>
        </a:xfrm>
        <a:prstGeom prst="ellipse">
          <a:avLst/>
        </a:prstGeom>
        <a:solidFill>
          <a:schemeClr val="accent3">
            <a:alpha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350" tIns="6350" rIns="6350" bIns="635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1000" kern="1200" dirty="0" err="1"/>
            <a:t>Atmospheric</a:t>
          </a:r>
          <a:r>
            <a:rPr lang="es-CL" sz="1000" kern="1200" dirty="0"/>
            <a:t> </a:t>
          </a:r>
          <a:r>
            <a:rPr lang="es-CL" sz="1000" kern="1200" dirty="0" err="1"/>
            <a:t>factors</a:t>
          </a:r>
          <a:endParaRPr lang="es-CL" sz="1000" kern="1200" dirty="0"/>
        </a:p>
      </dsp:txBody>
      <dsp:txXfrm>
        <a:off x="1485729" y="1397348"/>
        <a:ext cx="675980" cy="675980"/>
      </dsp:txXfrm>
    </dsp:sp>
    <dsp:sp modelId="{A6E04BB5-6D56-4A42-BA41-DC22E1380887}">
      <dsp:nvSpPr>
        <dsp:cNvPr id="0" name=""/>
        <dsp:cNvSpPr/>
      </dsp:nvSpPr>
      <dsp:spPr>
        <a:xfrm rot="16285617">
          <a:off x="1701839" y="1096750"/>
          <a:ext cx="274399" cy="47177"/>
        </a:xfrm>
        <a:custGeom>
          <a:avLst/>
          <a:gdLst/>
          <a:ahLst/>
          <a:cxnLst/>
          <a:rect l="0" t="0" r="0" b="0"/>
          <a:pathLst>
            <a:path>
              <a:moveTo>
                <a:pt x="0" y="23588"/>
              </a:moveTo>
              <a:lnTo>
                <a:pt x="274399" y="23588"/>
              </a:lnTo>
            </a:path>
          </a:pathLst>
        </a:custGeom>
        <a:noFill/>
        <a:ln w="12700" cap="flat" cmpd="sng" algn="ctr">
          <a:solidFill>
            <a:schemeClr val="accent3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L" sz="500" kern="1200"/>
        </a:p>
      </dsp:txBody>
      <dsp:txXfrm>
        <a:off x="1832179" y="1113479"/>
        <a:ext cx="13719" cy="13719"/>
      </dsp:txXfrm>
    </dsp:sp>
    <dsp:sp modelId="{4D117370-FED8-4327-A3E3-EA10E30DAA3E}">
      <dsp:nvSpPr>
        <dsp:cNvPr id="0" name=""/>
        <dsp:cNvSpPr/>
      </dsp:nvSpPr>
      <dsp:spPr>
        <a:xfrm>
          <a:off x="1376368" y="27349"/>
          <a:ext cx="955980" cy="955980"/>
        </a:xfrm>
        <a:prstGeom prst="ellipse">
          <a:avLst/>
        </a:prstGeom>
        <a:solidFill>
          <a:schemeClr val="accent3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900" kern="1200" dirty="0" err="1"/>
            <a:t>daily</a:t>
          </a:r>
          <a:r>
            <a:rPr lang="es-CL" sz="900" kern="1200" dirty="0"/>
            <a:t> </a:t>
          </a:r>
          <a:r>
            <a:rPr lang="es-CL" sz="900" kern="1200" dirty="0" err="1"/>
            <a:t>average</a:t>
          </a:r>
          <a:r>
            <a:rPr lang="es-CL" sz="900" kern="1200" dirty="0"/>
            <a:t> </a:t>
          </a:r>
          <a:r>
            <a:rPr lang="es-CL" sz="900" kern="1200" dirty="0" err="1"/>
            <a:t>wind</a:t>
          </a:r>
          <a:r>
            <a:rPr lang="es-CL" sz="900" kern="1200" dirty="0"/>
            <a:t> </a:t>
          </a:r>
          <a:r>
            <a:rPr lang="es-CL" sz="900" kern="1200" dirty="0" err="1"/>
            <a:t>speed</a:t>
          </a:r>
          <a:r>
            <a:rPr lang="es-CL" sz="900" kern="1200" dirty="0"/>
            <a:t>,</a:t>
          </a:r>
        </a:p>
      </dsp:txBody>
      <dsp:txXfrm>
        <a:off x="1516368" y="167349"/>
        <a:ext cx="675980" cy="675980"/>
      </dsp:txXfrm>
    </dsp:sp>
    <dsp:sp modelId="{213037B2-77C7-4780-827E-8383F2BF5048}">
      <dsp:nvSpPr>
        <dsp:cNvPr id="0" name=""/>
        <dsp:cNvSpPr/>
      </dsp:nvSpPr>
      <dsp:spPr>
        <a:xfrm>
          <a:off x="2301710" y="1711749"/>
          <a:ext cx="288449" cy="47177"/>
        </a:xfrm>
        <a:custGeom>
          <a:avLst/>
          <a:gdLst/>
          <a:ahLst/>
          <a:cxnLst/>
          <a:rect l="0" t="0" r="0" b="0"/>
          <a:pathLst>
            <a:path>
              <a:moveTo>
                <a:pt x="0" y="23588"/>
              </a:moveTo>
              <a:lnTo>
                <a:pt x="288449" y="23588"/>
              </a:lnTo>
            </a:path>
          </a:pathLst>
        </a:custGeom>
        <a:noFill/>
        <a:ln w="12700" cap="flat" cmpd="sng" algn="ctr">
          <a:solidFill>
            <a:schemeClr val="accent3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L" sz="500" kern="1200"/>
        </a:p>
      </dsp:txBody>
      <dsp:txXfrm>
        <a:off x="2438723" y="1728127"/>
        <a:ext cx="14422" cy="14422"/>
      </dsp:txXfrm>
    </dsp:sp>
    <dsp:sp modelId="{B7285E1E-6873-4AF7-A7A4-FC1D0195524B}">
      <dsp:nvSpPr>
        <dsp:cNvPr id="0" name=""/>
        <dsp:cNvSpPr/>
      </dsp:nvSpPr>
      <dsp:spPr>
        <a:xfrm>
          <a:off x="2590159" y="1257348"/>
          <a:ext cx="955980" cy="955980"/>
        </a:xfrm>
        <a:prstGeom prst="ellipse">
          <a:avLst/>
        </a:prstGeom>
        <a:solidFill>
          <a:schemeClr val="accent3">
            <a:alpha val="90000"/>
            <a:hueOff val="0"/>
            <a:satOff val="0"/>
            <a:lumOff val="0"/>
            <a:alphaOff val="-13333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900" kern="1200" dirty="0" err="1"/>
            <a:t>daily</a:t>
          </a:r>
          <a:r>
            <a:rPr lang="es-CL" sz="900" kern="1200" dirty="0"/>
            <a:t> </a:t>
          </a:r>
          <a:r>
            <a:rPr lang="es-CL" sz="900" kern="1200" dirty="0" err="1"/>
            <a:t>average</a:t>
          </a:r>
          <a:r>
            <a:rPr lang="es-CL" sz="900" kern="1200" dirty="0"/>
            <a:t> </a:t>
          </a:r>
          <a:r>
            <a:rPr lang="es-CL" sz="900" kern="1200" dirty="0" err="1"/>
            <a:t>temperature</a:t>
          </a:r>
          <a:r>
            <a:rPr lang="es-CL" sz="900" kern="1200" dirty="0"/>
            <a:t>,</a:t>
          </a:r>
        </a:p>
      </dsp:txBody>
      <dsp:txXfrm>
        <a:off x="2730159" y="1397348"/>
        <a:ext cx="675980" cy="675980"/>
      </dsp:txXfrm>
    </dsp:sp>
    <dsp:sp modelId="{8D2C55A2-9451-4D52-BBFC-F1E6413ACC56}">
      <dsp:nvSpPr>
        <dsp:cNvPr id="0" name=""/>
        <dsp:cNvSpPr/>
      </dsp:nvSpPr>
      <dsp:spPr>
        <a:xfrm rot="5400000">
          <a:off x="1679495" y="2333964"/>
          <a:ext cx="288449" cy="47177"/>
        </a:xfrm>
        <a:custGeom>
          <a:avLst/>
          <a:gdLst/>
          <a:ahLst/>
          <a:cxnLst/>
          <a:rect l="0" t="0" r="0" b="0"/>
          <a:pathLst>
            <a:path>
              <a:moveTo>
                <a:pt x="0" y="23588"/>
              </a:moveTo>
              <a:lnTo>
                <a:pt x="288449" y="23588"/>
              </a:lnTo>
            </a:path>
          </a:pathLst>
        </a:custGeom>
        <a:noFill/>
        <a:ln w="12700" cap="flat" cmpd="sng" algn="ctr">
          <a:solidFill>
            <a:schemeClr val="accent3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L" sz="500" kern="1200"/>
        </a:p>
      </dsp:txBody>
      <dsp:txXfrm>
        <a:off x="1816508" y="2350342"/>
        <a:ext cx="14422" cy="14422"/>
      </dsp:txXfrm>
    </dsp:sp>
    <dsp:sp modelId="{68F60CC8-6D9A-4E71-8745-1D3FEECB6FA2}">
      <dsp:nvSpPr>
        <dsp:cNvPr id="0" name=""/>
        <dsp:cNvSpPr/>
      </dsp:nvSpPr>
      <dsp:spPr>
        <a:xfrm>
          <a:off x="1345729" y="2501778"/>
          <a:ext cx="955980" cy="955980"/>
        </a:xfrm>
        <a:prstGeom prst="ellipse">
          <a:avLst/>
        </a:prstGeom>
        <a:solidFill>
          <a:schemeClr val="accent3">
            <a:alpha val="90000"/>
            <a:hueOff val="0"/>
            <a:satOff val="0"/>
            <a:lumOff val="0"/>
            <a:alphaOff val="-26667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900" kern="1200" dirty="0" err="1"/>
            <a:t>daily</a:t>
          </a:r>
          <a:r>
            <a:rPr lang="es-CL" sz="900" kern="1200" dirty="0"/>
            <a:t> </a:t>
          </a:r>
          <a:r>
            <a:rPr lang="es-CL" sz="900" kern="1200" dirty="0" err="1"/>
            <a:t>average</a:t>
          </a:r>
          <a:r>
            <a:rPr lang="es-CL" sz="900" kern="1200" dirty="0"/>
            <a:t> </a:t>
          </a:r>
          <a:r>
            <a:rPr lang="es-CL" sz="900" kern="1200" dirty="0" err="1"/>
            <a:t>pressure</a:t>
          </a:r>
          <a:r>
            <a:rPr lang="es-CL" sz="900" kern="1200" dirty="0"/>
            <a:t>,</a:t>
          </a:r>
        </a:p>
      </dsp:txBody>
      <dsp:txXfrm>
        <a:off x="1485729" y="2641778"/>
        <a:ext cx="675980" cy="675980"/>
      </dsp:txXfrm>
    </dsp:sp>
    <dsp:sp modelId="{651FF06A-BE2A-4DB0-A2A6-FDE7CA18DFED}">
      <dsp:nvSpPr>
        <dsp:cNvPr id="0" name=""/>
        <dsp:cNvSpPr/>
      </dsp:nvSpPr>
      <dsp:spPr>
        <a:xfrm rot="10800000">
          <a:off x="1057280" y="1711749"/>
          <a:ext cx="288449" cy="47177"/>
        </a:xfrm>
        <a:custGeom>
          <a:avLst/>
          <a:gdLst/>
          <a:ahLst/>
          <a:cxnLst/>
          <a:rect l="0" t="0" r="0" b="0"/>
          <a:pathLst>
            <a:path>
              <a:moveTo>
                <a:pt x="0" y="23588"/>
              </a:moveTo>
              <a:lnTo>
                <a:pt x="288449" y="23588"/>
              </a:lnTo>
            </a:path>
          </a:pathLst>
        </a:custGeom>
        <a:noFill/>
        <a:ln w="12700" cap="flat" cmpd="sng" algn="ctr">
          <a:solidFill>
            <a:schemeClr val="accent3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CL" sz="500" kern="1200"/>
        </a:p>
      </dsp:txBody>
      <dsp:txXfrm rot="10800000">
        <a:off x="1194293" y="1728127"/>
        <a:ext cx="14422" cy="14422"/>
      </dsp:txXfrm>
    </dsp:sp>
    <dsp:sp modelId="{F110307B-8012-40CA-95E4-225C0013AEBA}">
      <dsp:nvSpPr>
        <dsp:cNvPr id="0" name=""/>
        <dsp:cNvSpPr/>
      </dsp:nvSpPr>
      <dsp:spPr>
        <a:xfrm>
          <a:off x="101299" y="1257348"/>
          <a:ext cx="955980" cy="955980"/>
        </a:xfrm>
        <a:prstGeom prst="ellipse">
          <a:avLst/>
        </a:prstGeom>
        <a:solidFill>
          <a:schemeClr val="accent3">
            <a:alpha val="90000"/>
            <a:hueOff val="0"/>
            <a:satOff val="0"/>
            <a:lumOff val="0"/>
            <a:alphaOff val="-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CL" sz="900" kern="1200" dirty="0" err="1"/>
            <a:t>temperature</a:t>
          </a:r>
          <a:r>
            <a:rPr lang="es-CL" sz="900" kern="1200" dirty="0"/>
            <a:t> </a:t>
          </a:r>
          <a:r>
            <a:rPr lang="es-CL" sz="900" kern="1200" dirty="0" err="1"/>
            <a:t>excursion</a:t>
          </a:r>
          <a:r>
            <a:rPr lang="es-CL" sz="900" kern="1200" dirty="0"/>
            <a:t>.</a:t>
          </a:r>
        </a:p>
      </dsp:txBody>
      <dsp:txXfrm>
        <a:off x="241299" y="1397348"/>
        <a:ext cx="675980" cy="67598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1">
  <dgm:title val=""/>
  <dgm:desc val=""/>
  <dgm:catLst>
    <dgm:cat type="relationship" pri="22000"/>
    <dgm:cat type="cycle" pri="1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ycle">
    <dgm:varLst>
      <dgm:chMax val="1"/>
      <dgm:dir/>
      <dgm:animLvl val="ctr"/>
      <dgm:resizeHandles val="exact"/>
    </dgm:varLst>
    <dgm:choose name="Name0">
      <dgm:if name="Name1" func="var" arg="dir" op="equ" val="norm">
        <dgm:choose name="Name2">
          <dgm:if name="Name3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4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5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node" refType="w" refFor="ch" refForName="centerShape" op="equ"/>
      <dgm:constr type="sp" refType="w" refFor="ch" refForName="node" fact="0.3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connTx" val="55"/>
      <dgm:constr type="primFontSz" for="des" forName="connTx" refType="primFontSz" refFor="ch" refForName="centerShape" op="lte" fact="0.8"/>
    </dgm:constrLst>
    <dgm:ruleLst/>
    <dgm:forEach name="Name6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05"/>
          <dgm:constr type="bMarg" refType="primFontSz" fact="0.05"/>
          <dgm:constr type="lMarg" refType="primFontSz" fact="0.05"/>
          <dgm:constr type="rMarg" refType="primFontSz" fact="0.05"/>
        </dgm:constrLst>
        <dgm:ruleLst>
          <dgm:rule type="primFontSz" val="5" fact="NaN" max="NaN"/>
        </dgm:ruleLst>
      </dgm:layoutNode>
      <dgm:forEach name="Name7" axis="ch">
        <dgm:forEach name="Name8" axis="self" ptType="parTrans">
          <dgm:layoutNode name="Name9">
            <dgm:alg type="conn">
              <dgm:param type="dim" val="1D"/>
              <dgm:param type="begPts" val="auto"/>
              <dgm:param type="endPts" val="auto"/>
              <dgm:param type="begSty" val="noArr"/>
              <dgm:param type="endSty" val="noArr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connDist"/>
              <dgm:constr type="userA" for="ch" refType="connDist"/>
              <dgm:constr type="w" val="1"/>
              <dgm:constr type="h" val="5"/>
              <dgm:constr type="begPad"/>
              <dgm:constr type="endPad"/>
            </dgm:constrLst>
            <dgm:ruleLst/>
            <dgm:layoutNode name="connTx">
              <dgm:alg type="tx">
                <dgm:param type="autoTxRot" val="grav"/>
              </dgm:alg>
              <dgm:shape xmlns:r="http://schemas.openxmlformats.org/officeDocument/2006/relationships" type="rect" r:blip="" hideGeom="1">
                <dgm:adjLst/>
              </dgm:shape>
              <dgm:presOf axis="self"/>
              <dgm:constrLst>
                <dgm:constr type="userA"/>
                <dgm:constr type="w" refType="userA" fact="0.05"/>
                <dgm:constr type="h" refType="userA" fact="0.05"/>
                <dgm:constr type="lMarg" val="1"/>
                <dgm:constr type="rMarg" val="1"/>
                <dgm:constr type="tMarg"/>
                <dgm:constr type="bMarg"/>
              </dgm:constrLst>
              <dgm:ruleLst>
                <dgm:rule type="w" val="NaN" fact="0.8" max="NaN"/>
                <dgm:rule type="h" val="NaN" fact="1" max="NaN"/>
                <dgm:rule type="primFontSz" val="5" fact="NaN" max="NaN"/>
              </dgm:ruleLst>
            </dgm:layoutNode>
          </dgm:layoutNode>
        </dgm:forEach>
        <dgm:forEach name="Name10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6B0B0A-0595-3122-4F6D-D2AA5AF465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F0CCB69-E1FD-05CC-1EF3-94875B86CA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018FB59-D010-097D-B3C7-6E27D80A6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599B9-9BFC-4E28-956C-435DD7DB8AE4}" type="datetimeFigureOut">
              <a:rPr lang="es-CL" smtClean="0"/>
              <a:t>29-04-2024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2FB26F8-38BC-CEBE-A734-49C89396F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5B06A7F-6E9E-16C5-E1C5-EFBF7DF96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012D2-A253-411E-8C3F-D1B9287A1F6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44312576"/>
      </p:ext>
    </p:extLst>
  </p:cSld>
  <p:clrMapOvr>
    <a:masterClrMapping/>
  </p:clrMapOvr>
  <p:transition spd="slow">
    <p:push dir="u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4B909B-F4D7-3E56-DE1E-9BB84F319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4D15AE9-5ED6-8F5E-62C2-0ADCDEAA8F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B0F6D8C-ACA6-3F24-D76A-325CBA69F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599B9-9BFC-4E28-956C-435DD7DB8AE4}" type="datetimeFigureOut">
              <a:rPr lang="es-CL" smtClean="0"/>
              <a:t>29-04-2024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9870F73-D71F-B709-4010-0B5474397A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29FBDE-DFD1-616F-9459-510A56B4C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012D2-A253-411E-8C3F-D1B9287A1F6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95477706"/>
      </p:ext>
    </p:extLst>
  </p:cSld>
  <p:clrMapOvr>
    <a:masterClrMapping/>
  </p:clrMapOvr>
  <p:transition spd="slow">
    <p:push dir="u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E93978-EA06-3CDC-1EB3-2217995F5F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F97087-CB76-9222-76DB-AD67EF53A5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77F6DC4-A8C9-496F-3870-F06453D39F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599B9-9BFC-4E28-956C-435DD7DB8AE4}" type="datetimeFigureOut">
              <a:rPr lang="es-CL" smtClean="0"/>
              <a:t>29-04-2024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7B17E3C-8643-8057-B50C-E500471A9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27D13DB-C8F5-42DF-6137-2BF7881D0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012D2-A253-411E-8C3F-D1B9287A1F6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90925593"/>
      </p:ext>
    </p:extLst>
  </p:cSld>
  <p:clrMapOvr>
    <a:masterClrMapping/>
  </p:clrMapOvr>
  <p:transition spd="slow">
    <p:push dir="u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2A31B6-9CEB-4C13-A8DF-765009EAB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10ABE9-75F8-D482-C77F-7193925CA6A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989334C-4EC2-F8F6-650A-0F6558DFA5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E0C2647-81D5-9093-15B3-2CA43C7C22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599B9-9BFC-4E28-956C-435DD7DB8AE4}" type="datetimeFigureOut">
              <a:rPr lang="es-CL" smtClean="0"/>
              <a:t>29-04-2024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A6E0D23-9339-8075-F6F2-F8417CE647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666E898-C0BB-E14B-A57F-B6C857FB08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012D2-A253-411E-8C3F-D1B9287A1F6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30632560"/>
      </p:ext>
    </p:extLst>
  </p:cSld>
  <p:clrMapOvr>
    <a:masterClrMapping/>
  </p:clrMapOvr>
  <p:transition spd="slow">
    <p:push dir="u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EECE24-8963-AC18-C6AF-1F12FC042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CCCCBD6-624C-1B40-90AA-C18E4C299F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ED374CA-1CF4-F80E-5F7D-151A29F364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D69C27EC-B5D4-2BB2-97C2-B51A1562FB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7A43063-833A-3EC8-8F13-52E12C9E5DD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05495B3-C56A-5669-2376-85322E6F6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599B9-9BFC-4E28-956C-435DD7DB8AE4}" type="datetimeFigureOut">
              <a:rPr lang="es-CL" smtClean="0"/>
              <a:t>29-04-2024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013FB56-1525-BB38-1AE4-B33E5B957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1F6AF46-471A-C5F0-5166-07FA4E5BCE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012D2-A253-411E-8C3F-D1B9287A1F6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60091468"/>
      </p:ext>
    </p:extLst>
  </p:cSld>
  <p:clrMapOvr>
    <a:masterClrMapping/>
  </p:clrMapOvr>
  <p:transition spd="slow">
    <p:push dir="u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29B60F-496B-0E5F-C551-7A590B01CC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F57DC92-3389-26AE-38DE-F44946824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599B9-9BFC-4E28-956C-435DD7DB8AE4}" type="datetimeFigureOut">
              <a:rPr lang="es-CL" smtClean="0"/>
              <a:t>29-04-2024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48BB058-5901-199F-E575-51AB44789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AF8DD7E4-0C26-6CF3-F6A6-89CBC8395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012D2-A253-411E-8C3F-D1B9287A1F6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924568739"/>
      </p:ext>
    </p:extLst>
  </p:cSld>
  <p:clrMapOvr>
    <a:masterClrMapping/>
  </p:clrMapOvr>
  <p:transition spd="slow">
    <p:push dir="u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ADC5BDE-230F-22A1-D10E-D02E2E801B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599B9-9BFC-4E28-956C-435DD7DB8AE4}" type="datetimeFigureOut">
              <a:rPr lang="es-CL" smtClean="0"/>
              <a:t>29-04-2024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72B62D9-0C9B-F631-E135-E917617617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40BBE4BD-0B90-6B1B-16C7-3B3B8D872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012D2-A253-411E-8C3F-D1B9287A1F6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56131704"/>
      </p:ext>
    </p:extLst>
  </p:cSld>
  <p:clrMapOvr>
    <a:masterClrMapping/>
  </p:clrMapOvr>
  <p:transition spd="slow">
    <p:push dir="u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DF58E8-2CDB-36C1-B08E-9563ED0BD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88AF94F-AF60-C793-5D89-B3ACE2C8FF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BB74078-8175-FAD3-CB16-1A5DD1E0DF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8B6E4953-C38D-64B5-BECF-5276F3DEB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599B9-9BFC-4E28-956C-435DD7DB8AE4}" type="datetimeFigureOut">
              <a:rPr lang="es-CL" smtClean="0"/>
              <a:t>29-04-2024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B257679-1278-DA97-66E0-55C0DC524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D0B9D41-4014-9E81-62E8-D978F2201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012D2-A253-411E-8C3F-D1B9287A1F6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40607112"/>
      </p:ext>
    </p:extLst>
  </p:cSld>
  <p:clrMapOvr>
    <a:masterClrMapping/>
  </p:clrMapOvr>
  <p:transition spd="slow">
    <p:push dir="u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9029CB-5990-57E1-9D84-E60489E20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9203BA50-1B5D-816B-141F-B83315A4BF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E00AA6C-FC19-E3C4-6985-6FE7F793A6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63911C9-6A85-6D15-410A-7037813DF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599B9-9BFC-4E28-956C-435DD7DB8AE4}" type="datetimeFigureOut">
              <a:rPr lang="es-CL" smtClean="0"/>
              <a:t>29-04-2024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CB87B14-4DBA-0D57-A184-1573F435C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D3FF039-7370-3A80-A4C9-F618870F6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012D2-A253-411E-8C3F-D1B9287A1F6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991192561"/>
      </p:ext>
    </p:extLst>
  </p:cSld>
  <p:clrMapOvr>
    <a:masterClrMapping/>
  </p:clrMapOvr>
  <p:transition spd="slow">
    <p:push dir="u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C83E62-D134-332C-7610-E4915775D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17324B8-885D-7BFC-0ACC-0E00A6A906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7CB1254-36FE-31DA-6A55-B4212D803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599B9-9BFC-4E28-956C-435DD7DB8AE4}" type="datetimeFigureOut">
              <a:rPr lang="es-CL" smtClean="0"/>
              <a:t>29-04-2024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9BE49BF-90EF-F978-C49A-C83468FA06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D580160-AE3D-C7B7-B38E-62C1EEFF7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012D2-A253-411E-8C3F-D1B9287A1F6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31924938"/>
      </p:ext>
    </p:extLst>
  </p:cSld>
  <p:clrMapOvr>
    <a:masterClrMapping/>
  </p:clrMapOvr>
  <p:transition spd="slow">
    <p:push dir="u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7C919D3-A999-F3B2-F5BA-9612467FEA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D8409FF-E9C6-08F3-18FF-5C6AC45A6D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9F7C3F1-71B2-F398-1BF5-5C19140B6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2599B9-9BFC-4E28-956C-435DD7DB8AE4}" type="datetimeFigureOut">
              <a:rPr lang="es-CL" smtClean="0"/>
              <a:t>29-04-2024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0B5DB5B-E651-DE2D-29BE-AA1AB2079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51CF2F6-6B1F-4133-7645-68B4A6736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012D2-A253-411E-8C3F-D1B9287A1F6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092368067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7B221282-517D-315C-57B6-707A28466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F7A5C77-1808-D08B-E91B-A61310F674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0C2CFF0-69AA-200D-A35D-21283D6E9E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2599B9-9BFC-4E28-956C-435DD7DB8AE4}" type="datetimeFigureOut">
              <a:rPr lang="es-CL" smtClean="0"/>
              <a:t>29-04-2024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0DB810B-EFA8-28BC-1CAD-8766EFEA09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52FF27A-A8F5-3FF0-4DAF-DE7893F10C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3012D2-A253-411E-8C3F-D1B9287A1F6C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19287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push dir="u"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13" Type="http://schemas.openxmlformats.org/officeDocument/2006/relationships/image" Target="../media/image5.svg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12" Type="http://schemas.openxmlformats.org/officeDocument/2006/relationships/image" Target="../media/image4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21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BDDF42-D497-6415-CCF3-97D581E9B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9FD0479-3C13-C8DC-1039-01C0035B2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BE6296C-A624-95AA-638A-C7C1E0D3A52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177" b="4045"/>
          <a:stretch/>
        </p:blipFill>
        <p:spPr>
          <a:xfrm>
            <a:off x="0" y="426720"/>
            <a:ext cx="12192000" cy="6431280"/>
          </a:xfrm>
          <a:prstGeom prst="rect">
            <a:avLst/>
          </a:prstGeom>
        </p:spPr>
      </p:pic>
      <p:sp>
        <p:nvSpPr>
          <p:cNvPr id="5" name="Google Shape;277;p13">
            <a:extLst>
              <a:ext uri="{FF2B5EF4-FFF2-40B4-BE49-F238E27FC236}">
                <a16:creationId xmlns:a16="http://schemas.microsoft.com/office/drawing/2014/main" id="{3492A823-9938-1343-8B3B-FCBB4A847D6D}"/>
              </a:ext>
            </a:extLst>
          </p:cNvPr>
          <p:cNvSpPr txBox="1">
            <a:spLocks/>
          </p:cNvSpPr>
          <p:nvPr/>
        </p:nvSpPr>
        <p:spPr>
          <a:xfrm>
            <a:off x="4080779" y="5611130"/>
            <a:ext cx="4255500" cy="69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lang="es-ES"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lang="es-ES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80000"/>
              </a:lnSpc>
              <a:spcBef>
                <a:spcPts val="0"/>
              </a:spcBef>
              <a:buSzPts val="688"/>
              <a:buFont typeface="Arial" panose="020B0604020202020204" pitchFamily="34" charset="0"/>
              <a:buNone/>
            </a:pPr>
            <a:r>
              <a:rPr lang="es-MX" sz="1200" dirty="0" err="1">
                <a:solidFill>
                  <a:schemeClr val="bg1"/>
                </a:solidFill>
                <a:latin typeface="Maven Pro"/>
                <a:ea typeface="Maven Pro"/>
                <a:cs typeface="Maven Pro"/>
                <a:sym typeface="Maven Pro"/>
              </a:rPr>
              <a:t>Beritan</a:t>
            </a:r>
            <a:r>
              <a:rPr lang="es-MX" sz="1200" dirty="0">
                <a:solidFill>
                  <a:schemeClr val="bg1"/>
                </a:solidFill>
                <a:latin typeface="Maven Pro"/>
                <a:ea typeface="Maven Pro"/>
                <a:cs typeface="Maven Pro"/>
                <a:sym typeface="Maven Pro"/>
              </a:rPr>
              <a:t> </a:t>
            </a:r>
            <a:r>
              <a:rPr lang="es-MX" sz="1200" dirty="0" err="1">
                <a:solidFill>
                  <a:schemeClr val="bg1"/>
                </a:solidFill>
                <a:latin typeface="Maven Pro"/>
                <a:ea typeface="Maven Pro"/>
                <a:cs typeface="Maven Pro"/>
                <a:sym typeface="Maven Pro"/>
              </a:rPr>
              <a:t>Inci</a:t>
            </a:r>
            <a:endParaRPr lang="es-MX" sz="1200" dirty="0">
              <a:solidFill>
                <a:schemeClr val="bg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marL="0" indent="0" algn="ctr">
              <a:lnSpc>
                <a:spcPct val="80000"/>
              </a:lnSpc>
              <a:spcBef>
                <a:spcPts val="0"/>
              </a:spcBef>
              <a:buSzPts val="688"/>
              <a:buFont typeface="Arial" panose="020B0604020202020204" pitchFamily="34" charset="0"/>
              <a:buNone/>
            </a:pPr>
            <a:r>
              <a:rPr lang="es-MX" sz="1200" dirty="0" err="1">
                <a:solidFill>
                  <a:schemeClr val="bg1"/>
                </a:solidFill>
                <a:latin typeface="Maven Pro"/>
                <a:ea typeface="Maven Pro"/>
                <a:cs typeface="Maven Pro"/>
                <a:sym typeface="Maven Pro"/>
              </a:rPr>
              <a:t>Maxence</a:t>
            </a:r>
            <a:r>
              <a:rPr lang="es-MX" sz="1200" dirty="0">
                <a:solidFill>
                  <a:schemeClr val="bg1"/>
                </a:solidFill>
                <a:latin typeface="Maven Pro"/>
                <a:ea typeface="Maven Pro"/>
                <a:cs typeface="Maven Pro"/>
                <a:sym typeface="Maven Pro"/>
              </a:rPr>
              <a:t> </a:t>
            </a:r>
            <a:r>
              <a:rPr lang="es-MX" sz="1200" dirty="0" err="1">
                <a:solidFill>
                  <a:schemeClr val="bg1"/>
                </a:solidFill>
                <a:latin typeface="Maven Pro"/>
                <a:ea typeface="Maven Pro"/>
                <a:cs typeface="Maven Pro"/>
                <a:sym typeface="Maven Pro"/>
              </a:rPr>
              <a:t>Jankowiak</a:t>
            </a:r>
            <a:endParaRPr lang="es-MX" sz="1200" dirty="0">
              <a:solidFill>
                <a:schemeClr val="bg1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marL="0" indent="0" algn="ctr">
              <a:lnSpc>
                <a:spcPct val="80000"/>
              </a:lnSpc>
              <a:spcBef>
                <a:spcPts val="0"/>
              </a:spcBef>
              <a:buSzPts val="688"/>
              <a:buFont typeface="Arial" panose="020B0604020202020204" pitchFamily="34" charset="0"/>
              <a:buNone/>
            </a:pPr>
            <a:r>
              <a:rPr lang="es-MX" sz="1200" dirty="0">
                <a:solidFill>
                  <a:schemeClr val="bg1"/>
                </a:solidFill>
                <a:latin typeface="Maven Pro"/>
                <a:ea typeface="Maven Pro"/>
                <a:cs typeface="Maven Pro"/>
                <a:sym typeface="Maven Pro"/>
              </a:rPr>
              <a:t>Wilson Martín Farfán Medina</a:t>
            </a:r>
          </a:p>
          <a:p>
            <a:pPr marL="0" indent="0" algn="ctr">
              <a:lnSpc>
                <a:spcPct val="80000"/>
              </a:lnSpc>
              <a:spcBef>
                <a:spcPts val="0"/>
              </a:spcBef>
              <a:buSzPts val="688"/>
              <a:buFont typeface="Arial" panose="020B0604020202020204" pitchFamily="34" charset="0"/>
              <a:buNone/>
            </a:pPr>
            <a:r>
              <a:rPr lang="es-MX" sz="1200" dirty="0">
                <a:solidFill>
                  <a:schemeClr val="bg1"/>
                </a:solidFill>
                <a:latin typeface="Maven Pro"/>
                <a:ea typeface="Maven Pro"/>
                <a:cs typeface="Maven Pro"/>
                <a:sym typeface="Maven Pro"/>
              </a:rPr>
              <a:t>Francisca del Pilar Cajas González</a:t>
            </a:r>
          </a:p>
        </p:txBody>
      </p:sp>
      <p:sp>
        <p:nvSpPr>
          <p:cNvPr id="6" name="Google Shape;278;p13">
            <a:extLst>
              <a:ext uri="{FF2B5EF4-FFF2-40B4-BE49-F238E27FC236}">
                <a16:creationId xmlns:a16="http://schemas.microsoft.com/office/drawing/2014/main" id="{83F96FE2-A12A-B3E6-7BBD-D6695FE2F8D5}"/>
              </a:ext>
            </a:extLst>
          </p:cNvPr>
          <p:cNvSpPr txBox="1"/>
          <p:nvPr/>
        </p:nvSpPr>
        <p:spPr>
          <a:xfrm>
            <a:off x="3856470" y="4507202"/>
            <a:ext cx="4704119" cy="132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2400" dirty="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rPr>
              <a:t>Big data analytics; </a:t>
            </a:r>
            <a:r>
              <a:rPr lang="es-CL" sz="2400" dirty="0" err="1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rPr>
              <a:t>analyzers</a:t>
            </a:r>
            <a:r>
              <a:rPr lang="es-CL" sz="2400" dirty="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rPr>
              <a:t> </a:t>
            </a:r>
            <a:r>
              <a:rPr lang="es-CL" sz="2400" dirty="0" err="1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rPr>
              <a:t>to</a:t>
            </a:r>
            <a:r>
              <a:rPr lang="es-CL" sz="2400" dirty="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rPr>
              <a:t> </a:t>
            </a:r>
            <a:r>
              <a:rPr lang="es-CL" sz="2400" dirty="0" err="1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rPr>
              <a:t>characterize</a:t>
            </a:r>
            <a:r>
              <a:rPr lang="es-CL" sz="2400" dirty="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rPr>
              <a:t> </a:t>
            </a:r>
            <a:r>
              <a:rPr lang="es-CL" sz="2400" dirty="0" err="1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rPr>
              <a:t>multivariate</a:t>
            </a:r>
            <a:r>
              <a:rPr lang="es-CL" sz="2400" dirty="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rPr>
              <a:t> air </a:t>
            </a:r>
            <a:r>
              <a:rPr lang="es-CL" sz="2400" dirty="0" err="1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rPr>
              <a:t>pollutant</a:t>
            </a:r>
            <a:r>
              <a:rPr lang="es-CL" sz="2400" dirty="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rPr>
              <a:t> </a:t>
            </a:r>
            <a:r>
              <a:rPr lang="es-CL" sz="2400" dirty="0" err="1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rPr>
              <a:t>exposures</a:t>
            </a:r>
            <a:r>
              <a:rPr lang="es-CL" sz="2400" dirty="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rPr>
              <a:t>.</a:t>
            </a:r>
            <a:endParaRPr sz="2400" dirty="0">
              <a:solidFill>
                <a:schemeClr val="lt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7" name="Google Shape;279;p13">
            <a:extLst>
              <a:ext uri="{FF2B5EF4-FFF2-40B4-BE49-F238E27FC236}">
                <a16:creationId xmlns:a16="http://schemas.microsoft.com/office/drawing/2014/main" id="{954E545A-D881-0B82-0F6E-5B2E886D461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53881" y="2452119"/>
            <a:ext cx="5604702" cy="19627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6012095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866695A-AC63-0BE0-D43C-DF9E7AD9CF5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1</a:t>
            </a:r>
            <a:endParaRPr lang="es-CL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E953BE2-F471-9E13-640F-CEC17A686CA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BBC9409E-B2FD-2531-E783-02A12BE7760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177" b="4045"/>
          <a:stretch/>
        </p:blipFill>
        <p:spPr>
          <a:xfrm rot="10800000">
            <a:off x="0" y="0"/>
            <a:ext cx="12192000" cy="6431280"/>
          </a:xfrm>
          <a:prstGeom prst="rect">
            <a:avLst/>
          </a:prstGeom>
        </p:spPr>
      </p:pic>
      <p:sp>
        <p:nvSpPr>
          <p:cNvPr id="9" name="CuadroTexto 8">
            <a:extLst>
              <a:ext uri="{FF2B5EF4-FFF2-40B4-BE49-F238E27FC236}">
                <a16:creationId xmlns:a16="http://schemas.microsoft.com/office/drawing/2014/main" id="{12DE4C7F-1EAA-AC64-33DF-F7F707E46115}"/>
              </a:ext>
            </a:extLst>
          </p:cNvPr>
          <p:cNvSpPr txBox="1"/>
          <p:nvPr/>
        </p:nvSpPr>
        <p:spPr>
          <a:xfrm>
            <a:off x="5561534" y="809778"/>
            <a:ext cx="61722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solidFill>
                  <a:schemeClr val="bg1">
                    <a:lumMod val="85000"/>
                  </a:schemeClr>
                </a:solidFill>
              </a:rPr>
              <a:t>ISPRA's endeavors are predominantly centered around monitoring the condition and fluctuations of the environment, aligning with directives from the EU Commission. The data utilized in this study stem from a regional monitoring network established by the Lazio Region, particularly in Rieti, Italy.</a:t>
            </a:r>
          </a:p>
        </p:txBody>
      </p:sp>
      <p:sp>
        <p:nvSpPr>
          <p:cNvPr id="6" name="textruta 5">
            <a:extLst>
              <a:ext uri="{FF2B5EF4-FFF2-40B4-BE49-F238E27FC236}">
                <a16:creationId xmlns:a16="http://schemas.microsoft.com/office/drawing/2014/main" id="{4AAE7EB9-B082-CBFF-C67C-E239BED83106}"/>
              </a:ext>
            </a:extLst>
          </p:cNvPr>
          <p:cNvSpPr txBox="1"/>
          <p:nvPr/>
        </p:nvSpPr>
        <p:spPr>
          <a:xfrm>
            <a:off x="3006356" y="3201804"/>
            <a:ext cx="61828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sv-SE" dirty="0"/>
          </a:p>
        </p:txBody>
      </p:sp>
      <p:sp>
        <p:nvSpPr>
          <p:cNvPr id="8" name="textruta 7">
            <a:extLst>
              <a:ext uri="{FF2B5EF4-FFF2-40B4-BE49-F238E27FC236}">
                <a16:creationId xmlns:a16="http://schemas.microsoft.com/office/drawing/2014/main" id="{1AD07B88-2555-C140-EC55-9347763F936B}"/>
              </a:ext>
            </a:extLst>
          </p:cNvPr>
          <p:cNvSpPr txBox="1"/>
          <p:nvPr/>
        </p:nvSpPr>
        <p:spPr>
          <a:xfrm>
            <a:off x="3006356" y="3201804"/>
            <a:ext cx="61828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sv-SE" dirty="0"/>
          </a:p>
        </p:txBody>
      </p:sp>
      <p:pic>
        <p:nvPicPr>
          <p:cNvPr id="11" name="Bildobjekt 10" descr="En bild som visar karta, diagram, text&#10;&#10;Automatiskt genererad beskrivning">
            <a:extLst>
              <a:ext uri="{FF2B5EF4-FFF2-40B4-BE49-F238E27FC236}">
                <a16:creationId xmlns:a16="http://schemas.microsoft.com/office/drawing/2014/main" id="{CDE0D899-C16E-7D82-3500-4DA6585816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47634" y="2316163"/>
            <a:ext cx="3042387" cy="3448531"/>
          </a:xfrm>
          <a:prstGeom prst="rect">
            <a:avLst/>
          </a:prstGeom>
        </p:spPr>
      </p:pic>
      <p:sp>
        <p:nvSpPr>
          <p:cNvPr id="12" name="textruta 11">
            <a:extLst>
              <a:ext uri="{FF2B5EF4-FFF2-40B4-BE49-F238E27FC236}">
                <a16:creationId xmlns:a16="http://schemas.microsoft.com/office/drawing/2014/main" id="{0FBCB678-5A13-EC82-35B6-90E6BA8438A6}"/>
              </a:ext>
            </a:extLst>
          </p:cNvPr>
          <p:cNvSpPr txBox="1"/>
          <p:nvPr/>
        </p:nvSpPr>
        <p:spPr>
          <a:xfrm>
            <a:off x="6096000" y="4630703"/>
            <a:ext cx="253054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rtl="0">
              <a:spcBef>
                <a:spcPts val="0"/>
              </a:spcBef>
              <a:spcAft>
                <a:spcPts val="0"/>
              </a:spcAft>
            </a:pPr>
            <a:r>
              <a:rPr lang="sv-SE" sz="1800" b="0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✔️Data is </a:t>
            </a:r>
            <a:r>
              <a:rPr lang="sv-SE" sz="1800" b="0" i="0" u="none" strike="noStrike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being</a:t>
            </a:r>
            <a:r>
              <a:rPr lang="sv-SE" sz="1800" b="0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sv-SE" sz="1800" b="0" i="0" u="none" strike="noStrike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registered</a:t>
            </a:r>
            <a:r>
              <a:rPr lang="sv-SE" sz="1800" b="0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.</a:t>
            </a:r>
            <a:endParaRPr lang="sv-SE" b="0" dirty="0">
              <a:solidFill>
                <a:schemeClr val="bg1"/>
              </a:solidFill>
              <a:effectLst/>
            </a:endParaRPr>
          </a:p>
          <a:p>
            <a:pPr algn="r" rtl="0">
              <a:spcBef>
                <a:spcPts val="0"/>
              </a:spcBef>
              <a:spcAft>
                <a:spcPts val="0"/>
              </a:spcAft>
            </a:pPr>
            <a:r>
              <a:rPr lang="sv-SE" sz="1800" b="0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✔️</a:t>
            </a:r>
            <a:r>
              <a:rPr lang="sv-SE" sz="1800" b="0" i="0" u="none" strike="noStrike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Trafficated</a:t>
            </a:r>
            <a:r>
              <a:rPr lang="sv-SE" sz="1800" b="0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 </a:t>
            </a:r>
            <a:r>
              <a:rPr lang="sv-SE" sz="1800" b="0" i="0" u="none" strike="noStrike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location</a:t>
            </a:r>
            <a:r>
              <a:rPr lang="sv-SE" sz="1800" b="0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.</a:t>
            </a:r>
            <a:endParaRPr lang="sv-SE" b="0" dirty="0">
              <a:solidFill>
                <a:schemeClr val="bg1"/>
              </a:solidFill>
              <a:effectLst/>
            </a:endParaRPr>
          </a:p>
          <a:p>
            <a:pPr algn="r" rtl="0">
              <a:spcBef>
                <a:spcPts val="0"/>
              </a:spcBef>
              <a:spcAft>
                <a:spcPts val="0"/>
              </a:spcAft>
            </a:pPr>
            <a:r>
              <a:rPr lang="sv-SE" sz="1800" b="0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✔️Close to </a:t>
            </a:r>
            <a:r>
              <a:rPr lang="sv-SE" sz="1800" b="0" i="0" u="none" strike="noStrike" dirty="0" err="1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forests</a:t>
            </a:r>
            <a:r>
              <a:rPr lang="sv-SE" sz="1800" b="0" i="0" u="none" strike="noStrike" dirty="0">
                <a:solidFill>
                  <a:schemeClr val="bg1"/>
                </a:solidFill>
                <a:effectLst/>
                <a:latin typeface="Times New Roman" panose="02020603050405020304" pitchFamily="18" charset="0"/>
              </a:rPr>
              <a:t>.</a:t>
            </a:r>
            <a:endParaRPr lang="sv-SE" b="0" dirty="0">
              <a:solidFill>
                <a:schemeClr val="bg1"/>
              </a:solidFill>
              <a:effectLst/>
            </a:endParaRPr>
          </a:p>
          <a:p>
            <a:br>
              <a:rPr lang="sv-SE" dirty="0"/>
            </a:br>
            <a:endParaRPr lang="sv-SE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10D33B33-D308-BDD3-A1BF-72AD5D5C91EC}"/>
              </a:ext>
            </a:extLst>
          </p:cNvPr>
          <p:cNvSpPr/>
          <p:nvPr/>
        </p:nvSpPr>
        <p:spPr>
          <a:xfrm>
            <a:off x="332407" y="0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5400" b="1" cap="none" spc="0" dirty="0">
                <a:ln/>
                <a:solidFill>
                  <a:schemeClr val="accent4"/>
                </a:solidFill>
                <a:effectLst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088012667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0D3CE6-E928-092A-51D1-8A62AA3A5D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72280" y="462928"/>
            <a:ext cx="3647440" cy="1325563"/>
          </a:xfrm>
        </p:spPr>
        <p:txBody>
          <a:bodyPr>
            <a:normAutofit/>
          </a:bodyPr>
          <a:lstStyle/>
          <a:p>
            <a:pPr algn="r"/>
            <a:r>
              <a:rPr lang="es-CL" sz="6000" dirty="0">
                <a:solidFill>
                  <a:schemeClr val="bg1"/>
                </a:solidFill>
              </a:rPr>
              <a:t>VARIABLES</a:t>
            </a:r>
          </a:p>
        </p:txBody>
      </p:sp>
      <p:graphicFrame>
        <p:nvGraphicFramePr>
          <p:cNvPr id="11" name="Diagrama 10">
            <a:extLst>
              <a:ext uri="{FF2B5EF4-FFF2-40B4-BE49-F238E27FC236}">
                <a16:creationId xmlns:a16="http://schemas.microsoft.com/office/drawing/2014/main" id="{ADF41182-C909-C7A5-ABFD-067D0EED0B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9062771"/>
              </p:ext>
            </p:extLst>
          </p:nvPr>
        </p:nvGraphicFramePr>
        <p:xfrm>
          <a:off x="-647796" y="105675"/>
          <a:ext cx="6532880" cy="518329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12" name="Diagrama 11">
            <a:extLst>
              <a:ext uri="{FF2B5EF4-FFF2-40B4-BE49-F238E27FC236}">
                <a16:creationId xmlns:a16="http://schemas.microsoft.com/office/drawing/2014/main" id="{C38A8260-3D87-ACE9-005D-B6F22A93D5C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2579305"/>
              </p:ext>
            </p:extLst>
          </p:nvPr>
        </p:nvGraphicFramePr>
        <p:xfrm>
          <a:off x="3974569" y="3196588"/>
          <a:ext cx="3647440" cy="347067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4" name="Vänster 3">
            <a:extLst>
              <a:ext uri="{FF2B5EF4-FFF2-40B4-BE49-F238E27FC236}">
                <a16:creationId xmlns:a16="http://schemas.microsoft.com/office/drawing/2014/main" id="{2CE8B6A2-F788-9EAF-5370-10903211DD68}"/>
              </a:ext>
            </a:extLst>
          </p:cNvPr>
          <p:cNvSpPr/>
          <p:nvPr/>
        </p:nvSpPr>
        <p:spPr>
          <a:xfrm>
            <a:off x="7622009" y="2145744"/>
            <a:ext cx="3870251" cy="2009554"/>
          </a:xfrm>
          <a:prstGeom prst="leftArrow">
            <a:avLst/>
          </a:prstGeom>
          <a:solidFill>
            <a:schemeClr val="bg2">
              <a:lumMod val="2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5" name="textruta 4">
            <a:extLst>
              <a:ext uri="{FF2B5EF4-FFF2-40B4-BE49-F238E27FC236}">
                <a16:creationId xmlns:a16="http://schemas.microsoft.com/office/drawing/2014/main" id="{A6549D92-36BB-4972-28CD-35853428718F}"/>
              </a:ext>
            </a:extLst>
          </p:cNvPr>
          <p:cNvSpPr txBox="1"/>
          <p:nvPr/>
        </p:nvSpPr>
        <p:spPr>
          <a:xfrm>
            <a:off x="8612372" y="2782669"/>
            <a:ext cx="27963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à"/>
            </a:pPr>
            <a:r>
              <a:rPr lang="sv-SE" dirty="0">
                <a:solidFill>
                  <a:schemeClr val="bg1"/>
                </a:solidFill>
              </a:rPr>
              <a:t>13 </a:t>
            </a:r>
            <a:r>
              <a:rPr lang="sv-SE" dirty="0" err="1">
                <a:solidFill>
                  <a:schemeClr val="bg1"/>
                </a:solidFill>
              </a:rPr>
              <a:t>Variables</a:t>
            </a:r>
            <a:endParaRPr lang="sv-SE" dirty="0">
              <a:solidFill>
                <a:schemeClr val="bg1"/>
              </a:solidFill>
            </a:endParaRPr>
          </a:p>
          <a:p>
            <a:pPr marL="285750" indent="-285750">
              <a:buFont typeface="Wingdings" pitchFamily="2" charset="2"/>
              <a:buChar char="à"/>
            </a:pPr>
            <a:r>
              <a:rPr lang="sv-SE" dirty="0">
                <a:solidFill>
                  <a:schemeClr val="bg1"/>
                </a:solidFill>
              </a:rPr>
              <a:t>365 Observations</a:t>
            </a:r>
          </a:p>
        </p:txBody>
      </p:sp>
      <p:sp>
        <p:nvSpPr>
          <p:cNvPr id="7" name="Dubbel hakparentes 6">
            <a:extLst>
              <a:ext uri="{FF2B5EF4-FFF2-40B4-BE49-F238E27FC236}">
                <a16:creationId xmlns:a16="http://schemas.microsoft.com/office/drawing/2014/main" id="{9C2535D7-F88F-FB00-0296-DE89DFC876A1}"/>
              </a:ext>
            </a:extLst>
          </p:cNvPr>
          <p:cNvSpPr/>
          <p:nvPr/>
        </p:nvSpPr>
        <p:spPr>
          <a:xfrm>
            <a:off x="8308576" y="4277898"/>
            <a:ext cx="3403954" cy="2266767"/>
          </a:xfrm>
          <a:prstGeom prst="bracketPair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sp>
        <p:nvSpPr>
          <p:cNvPr id="8" name="textruta 7">
            <a:extLst>
              <a:ext uri="{FF2B5EF4-FFF2-40B4-BE49-F238E27FC236}">
                <a16:creationId xmlns:a16="http://schemas.microsoft.com/office/drawing/2014/main" id="{A1B65658-39EA-63D1-378D-438B6106566C}"/>
              </a:ext>
            </a:extLst>
          </p:cNvPr>
          <p:cNvSpPr txBox="1"/>
          <p:nvPr/>
        </p:nvSpPr>
        <p:spPr>
          <a:xfrm>
            <a:off x="8488981" y="4412512"/>
            <a:ext cx="3094074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sv-SE" dirty="0" err="1"/>
              <a:t>Hidden</a:t>
            </a:r>
            <a:r>
              <a:rPr lang="sv-SE" dirty="0"/>
              <a:t> Markov </a:t>
            </a:r>
            <a:r>
              <a:rPr lang="sv-SE" dirty="0" err="1"/>
              <a:t>Model</a:t>
            </a:r>
            <a:r>
              <a:rPr lang="sv-SE" dirty="0"/>
              <a:t>:</a:t>
            </a:r>
          </a:p>
          <a:p>
            <a:pPr marL="285750" indent="-285750">
              <a:buFont typeface="Wingdings" pitchFamily="2" charset="2"/>
              <a:buChar char="à"/>
            </a:pPr>
            <a:r>
              <a:rPr lang="sv-SE" dirty="0" err="1">
                <a:sym typeface="Wingdings" pitchFamily="2" charset="2"/>
              </a:rPr>
              <a:t>Time</a:t>
            </a:r>
            <a:r>
              <a:rPr lang="sv-SE" dirty="0">
                <a:sym typeface="Wingdings" pitchFamily="2" charset="2"/>
              </a:rPr>
              <a:t> series </a:t>
            </a:r>
            <a:r>
              <a:rPr lang="sv-SE" dirty="0" err="1">
                <a:sym typeface="Wingdings" pitchFamily="2" charset="2"/>
              </a:rPr>
              <a:t>such</a:t>
            </a:r>
            <a:r>
              <a:rPr lang="sv-SE" dirty="0">
                <a:sym typeface="Wingdings" pitchFamily="2" charset="2"/>
              </a:rPr>
              <a:t> as </a:t>
            </a:r>
            <a:r>
              <a:rPr lang="sv-SE" dirty="0" err="1">
                <a:sym typeface="Wingdings" pitchFamily="2" charset="2"/>
              </a:rPr>
              <a:t>states</a:t>
            </a:r>
            <a:endParaRPr lang="sv-SE" dirty="0">
              <a:sym typeface="Wingdings" pitchFamily="2" charset="2"/>
            </a:endParaRPr>
          </a:p>
          <a:p>
            <a:pPr marL="285750" indent="-285750">
              <a:buFont typeface="Wingdings" pitchFamily="2" charset="2"/>
              <a:buChar char="à"/>
            </a:pPr>
            <a:endParaRPr lang="sv-SE" dirty="0">
              <a:sym typeface="Wingdings" pitchFamily="2" charset="2"/>
            </a:endParaRPr>
          </a:p>
          <a:p>
            <a:r>
              <a:rPr lang="sv-SE" sz="1200" dirty="0">
                <a:sym typeface="Wingdings" pitchFamily="2" charset="2"/>
              </a:rPr>
              <a:t>State 1: </a:t>
            </a:r>
            <a:r>
              <a:rPr lang="sv-SE" sz="1200" b="0" i="0" u="none" strike="noStrike" dirty="0">
                <a:solidFill>
                  <a:srgbClr val="000000"/>
                </a:solidFill>
                <a:effectLst/>
              </a:rPr>
              <a:t>Later in </a:t>
            </a:r>
            <a:r>
              <a:rPr lang="sv-SE" sz="1200" b="0" i="0" u="none" strike="noStrike" dirty="0" err="1">
                <a:solidFill>
                  <a:srgbClr val="000000"/>
                </a:solidFill>
                <a:effectLst/>
              </a:rPr>
              <a:t>autumn</a:t>
            </a:r>
            <a:r>
              <a:rPr lang="sv-SE" sz="1200" b="0" i="0" u="none" strike="noStrike" dirty="0">
                <a:solidFill>
                  <a:srgbClr val="000000"/>
                </a:solidFill>
                <a:effectLst/>
              </a:rPr>
              <a:t> to </a:t>
            </a:r>
            <a:r>
              <a:rPr lang="sv-SE" sz="1200" b="0" i="0" u="none" strike="noStrike" dirty="0" err="1">
                <a:solidFill>
                  <a:srgbClr val="000000"/>
                </a:solidFill>
                <a:effectLst/>
              </a:rPr>
              <a:t>early</a:t>
            </a:r>
            <a:r>
              <a:rPr lang="sv-SE" sz="1200" b="0" i="0" u="none" strike="noStrike" dirty="0">
                <a:solidFill>
                  <a:srgbClr val="000000"/>
                </a:solidFill>
                <a:effectLst/>
              </a:rPr>
              <a:t> spring.</a:t>
            </a:r>
          </a:p>
          <a:p>
            <a:endParaRPr lang="sv-SE" sz="1200" b="0" i="0" u="none" strike="noStrike" dirty="0">
              <a:solidFill>
                <a:srgbClr val="000000"/>
              </a:solidFill>
              <a:effectLst/>
              <a:sym typeface="Wingdings" pitchFamily="2" charset="2"/>
            </a:endParaRPr>
          </a:p>
          <a:p>
            <a:r>
              <a:rPr lang="sv-SE" sz="1200" dirty="0">
                <a:solidFill>
                  <a:srgbClr val="000000"/>
                </a:solidFill>
                <a:sym typeface="Wingdings" pitchFamily="2" charset="2"/>
              </a:rPr>
              <a:t>State 2:</a:t>
            </a:r>
            <a:r>
              <a:rPr lang="sv-SE" sz="1200" b="0" i="0" u="none" strike="noStrike" dirty="0">
                <a:solidFill>
                  <a:srgbClr val="000000"/>
                </a:solidFill>
                <a:effectLst/>
              </a:rPr>
              <a:t>Late spring to </a:t>
            </a:r>
            <a:r>
              <a:rPr lang="sv-SE" sz="1200" b="0" i="0" u="none" strike="noStrike" dirty="0" err="1">
                <a:solidFill>
                  <a:srgbClr val="000000"/>
                </a:solidFill>
                <a:effectLst/>
              </a:rPr>
              <a:t>early</a:t>
            </a:r>
            <a:r>
              <a:rPr lang="sv-SE" sz="1200" b="0" i="0" u="none" strike="noStrike" dirty="0">
                <a:solidFill>
                  <a:srgbClr val="000000"/>
                </a:solidFill>
                <a:effectLst/>
              </a:rPr>
              <a:t> summer.</a:t>
            </a:r>
          </a:p>
          <a:p>
            <a:endParaRPr lang="sv-SE" sz="1200" b="0" i="0" u="none" strike="noStrike" dirty="0">
              <a:solidFill>
                <a:srgbClr val="000000"/>
              </a:solidFill>
              <a:effectLst/>
            </a:endParaRPr>
          </a:p>
          <a:p>
            <a:r>
              <a:rPr lang="sv-SE" sz="1200" dirty="0">
                <a:solidFill>
                  <a:srgbClr val="000000"/>
                </a:solidFill>
              </a:rPr>
              <a:t>State 3: </a:t>
            </a:r>
            <a:r>
              <a:rPr lang="sv-SE" sz="1200" b="0" i="0" u="none" strike="noStrike" dirty="0">
                <a:solidFill>
                  <a:srgbClr val="000000"/>
                </a:solidFill>
                <a:effectLst/>
              </a:rPr>
              <a:t>Mid/late summer to </a:t>
            </a:r>
            <a:r>
              <a:rPr lang="sv-SE" sz="1200" b="0" i="0" u="none" strike="noStrike" dirty="0" err="1">
                <a:solidFill>
                  <a:srgbClr val="000000"/>
                </a:solidFill>
                <a:effectLst/>
              </a:rPr>
              <a:t>autumn</a:t>
            </a:r>
            <a:r>
              <a:rPr lang="sv-SE" sz="1200" b="0" i="0" u="none" strike="noStrike" dirty="0">
                <a:solidFill>
                  <a:srgbClr val="000000"/>
                </a:solidFill>
                <a:effectLst/>
              </a:rPr>
              <a:t>. </a:t>
            </a:r>
            <a:endParaRPr lang="sv-SE" sz="1200" dirty="0"/>
          </a:p>
        </p:txBody>
      </p:sp>
      <p:sp>
        <p:nvSpPr>
          <p:cNvPr id="9" name="Sol 8">
            <a:extLst>
              <a:ext uri="{FF2B5EF4-FFF2-40B4-BE49-F238E27FC236}">
                <a16:creationId xmlns:a16="http://schemas.microsoft.com/office/drawing/2014/main" id="{6D919CC5-9726-9D9B-07E2-CE0C1A1DE8F3}"/>
              </a:ext>
            </a:extLst>
          </p:cNvPr>
          <p:cNvSpPr/>
          <p:nvPr/>
        </p:nvSpPr>
        <p:spPr>
          <a:xfrm>
            <a:off x="11020647" y="5588994"/>
            <a:ext cx="350874" cy="287079"/>
          </a:xfrm>
          <a:prstGeom prst="sun">
            <a:avLst>
              <a:gd name="adj" fmla="val 28030"/>
            </a:avLst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 dirty="0"/>
          </a:p>
        </p:txBody>
      </p:sp>
      <p:sp>
        <p:nvSpPr>
          <p:cNvPr id="10" name="Moln 9">
            <a:extLst>
              <a:ext uri="{FF2B5EF4-FFF2-40B4-BE49-F238E27FC236}">
                <a16:creationId xmlns:a16="http://schemas.microsoft.com/office/drawing/2014/main" id="{03BAA2E0-ADB8-3C67-D2F7-F1A2B4C4AC76}"/>
              </a:ext>
            </a:extLst>
          </p:cNvPr>
          <p:cNvSpPr/>
          <p:nvPr/>
        </p:nvSpPr>
        <p:spPr>
          <a:xfrm>
            <a:off x="11020647" y="6018028"/>
            <a:ext cx="388088" cy="241143"/>
          </a:xfrm>
          <a:prstGeom prst="cloud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sv-SE"/>
          </a:p>
        </p:txBody>
      </p:sp>
      <p:pic>
        <p:nvPicPr>
          <p:cNvPr id="14" name="Bild 13" descr="Snö kontur">
            <a:extLst>
              <a:ext uri="{FF2B5EF4-FFF2-40B4-BE49-F238E27FC236}">
                <a16:creationId xmlns:a16="http://schemas.microsoft.com/office/drawing/2014/main" id="{3225664D-05B3-9869-9944-E8472A5C545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1005177" y="5111047"/>
            <a:ext cx="449588" cy="449588"/>
          </a:xfrm>
          <a:prstGeom prst="rect">
            <a:avLst/>
          </a:prstGeom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19EE7FDD-69BE-0D84-9FCA-5B686925496E}"/>
              </a:ext>
            </a:extLst>
          </p:cNvPr>
          <p:cNvSpPr/>
          <p:nvPr/>
        </p:nvSpPr>
        <p:spPr>
          <a:xfrm>
            <a:off x="332407" y="0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5400" b="1" cap="none" spc="0" dirty="0">
                <a:ln/>
                <a:solidFill>
                  <a:schemeClr val="accent4"/>
                </a:solidFill>
                <a:effectLst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3973482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2000"/>
                            </p:stCondLst>
                            <p:childTnLst>
                              <p:par>
                                <p:cTn id="8" presetID="8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id="9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11" grpId="0">
        <p:bldAsOne/>
      </p:bldGraphic>
      <p:bldGraphic spid="12" grpId="0">
        <p:bldAsOne/>
      </p:bldGraphic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99C207-FDDB-3CCC-F562-E04C3C738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04815" y="4154645"/>
            <a:ext cx="5088740" cy="1675448"/>
          </a:xfrm>
          <a:ln w="38100">
            <a:solidFill>
              <a:schemeClr val="bg1">
                <a:lumMod val="50000"/>
              </a:schemeClr>
            </a:solidFill>
          </a:ln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sz="4000" dirty="0"/>
              <a:t>The problem: </a:t>
            </a:r>
            <a:r>
              <a:rPr lang="en-US" sz="4000" dirty="0" err="1"/>
              <a:t>Poner</a:t>
            </a:r>
            <a:r>
              <a:rPr lang="en-US" sz="4000" dirty="0"/>
              <a:t> </a:t>
            </a:r>
            <a:r>
              <a:rPr lang="en-US" sz="4000" dirty="0" err="1"/>
              <a:t>gausiana</a:t>
            </a:r>
            <a:r>
              <a:rPr lang="en-US" sz="4000" dirty="0"/>
              <a:t> anterior</a:t>
            </a:r>
            <a:br>
              <a:rPr lang="en-US" dirty="0"/>
            </a:br>
            <a:r>
              <a:rPr lang="en-US" sz="2700" b="1" i="1" dirty="0">
                <a:solidFill>
                  <a:srgbClr val="00B0F0"/>
                </a:solidFill>
              </a:rPr>
              <a:t>Unsupervised learning </a:t>
            </a:r>
            <a:br>
              <a:rPr lang="en-US" dirty="0"/>
            </a:br>
            <a:endParaRPr lang="es-CL" dirty="0"/>
          </a:p>
        </p:txBody>
      </p:sp>
      <p:pic>
        <p:nvPicPr>
          <p:cNvPr id="4" name="Marcador de contenido 3">
            <a:extLst>
              <a:ext uri="{FF2B5EF4-FFF2-40B4-BE49-F238E27FC236}">
                <a16:creationId xmlns:a16="http://schemas.microsoft.com/office/drawing/2014/main" id="{5D70980B-C550-1657-27C6-214DE4B658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29788" y="1027906"/>
            <a:ext cx="4612774" cy="4802187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</p:pic>
      <p:sp>
        <p:nvSpPr>
          <p:cNvPr id="3" name="Rectángulo 2">
            <a:extLst>
              <a:ext uri="{FF2B5EF4-FFF2-40B4-BE49-F238E27FC236}">
                <a16:creationId xmlns:a16="http://schemas.microsoft.com/office/drawing/2014/main" id="{C084E419-5D27-8F26-6068-6BC02FEE9301}"/>
              </a:ext>
            </a:extLst>
          </p:cNvPr>
          <p:cNvSpPr/>
          <p:nvPr/>
        </p:nvSpPr>
        <p:spPr>
          <a:xfrm>
            <a:off x="332407" y="0"/>
            <a:ext cx="535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5400" b="1" cap="none" spc="0" dirty="0">
                <a:ln/>
                <a:solidFill>
                  <a:schemeClr val="accent4"/>
                </a:solidFill>
                <a:effectLst/>
              </a:rPr>
              <a:t>2</a:t>
            </a:r>
          </a:p>
        </p:txBody>
      </p:sp>
      <p:pic>
        <p:nvPicPr>
          <p:cNvPr id="7" name="Bildobjekt 6" descr="En bild som visar tecknad serie, konst&#10;&#10;Automatiskt genererad beskrivning">
            <a:extLst>
              <a:ext uri="{FF2B5EF4-FFF2-40B4-BE49-F238E27FC236}">
                <a16:creationId xmlns:a16="http://schemas.microsoft.com/office/drawing/2014/main" id="{52FF07BD-A674-FE48-F829-BBC6445325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23958" y="4992369"/>
            <a:ext cx="1663700" cy="173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239579"/>
      </p:ext>
    </p:extLst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EC444344-86C6-51BE-80C8-9331E52416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22157" y="295931"/>
            <a:ext cx="5220126" cy="4152900"/>
          </a:xfrm>
          <a:prstGeom prst="rect">
            <a:avLst/>
          </a:prstGeom>
          <a:effectLst>
            <a:reflection stA="18000" endPos="65000" dir="5400000" sy="-100000" algn="bl" rotWithShape="0"/>
          </a:effectLst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AA2CEEB6-A940-DF67-4D0C-E1E1212E589E}"/>
              </a:ext>
            </a:extLst>
          </p:cNvPr>
          <p:cNvSpPr/>
          <p:nvPr/>
        </p:nvSpPr>
        <p:spPr>
          <a:xfrm>
            <a:off x="4402562" y="4067175"/>
            <a:ext cx="167640" cy="288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196FA35-33D4-461C-879F-856E33522151}"/>
              </a:ext>
            </a:extLst>
          </p:cNvPr>
          <p:cNvSpPr/>
          <p:nvPr/>
        </p:nvSpPr>
        <p:spPr>
          <a:xfrm>
            <a:off x="6094651" y="4067175"/>
            <a:ext cx="167640" cy="288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ABB8D07-0A40-CB58-0F47-1792DEB115AB}"/>
              </a:ext>
            </a:extLst>
          </p:cNvPr>
          <p:cNvSpPr/>
          <p:nvPr/>
        </p:nvSpPr>
        <p:spPr>
          <a:xfrm>
            <a:off x="7786741" y="4001294"/>
            <a:ext cx="167640" cy="288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4" name="Título 1">
            <a:extLst>
              <a:ext uri="{FF2B5EF4-FFF2-40B4-BE49-F238E27FC236}">
                <a16:creationId xmlns:a16="http://schemas.microsoft.com/office/drawing/2014/main" id="{751642EE-8211-7EE2-371F-63D6DD7A61BC}"/>
              </a:ext>
            </a:extLst>
          </p:cNvPr>
          <p:cNvSpPr txBox="1">
            <a:spLocks/>
          </p:cNvSpPr>
          <p:nvPr/>
        </p:nvSpPr>
        <p:spPr>
          <a:xfrm>
            <a:off x="3583416" y="2752408"/>
            <a:ext cx="5339111" cy="130893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s-MX" dirty="0"/>
              <a:t>Putterman and Leroux </a:t>
            </a:r>
            <a:r>
              <a:rPr lang="es-MX" dirty="0" err="1"/>
              <a:t>to</a:t>
            </a:r>
            <a:r>
              <a:rPr lang="es-MX" dirty="0"/>
              <a:t> </a:t>
            </a:r>
            <a:r>
              <a:rPr lang="es-MX" dirty="0" err="1"/>
              <a:t>the</a:t>
            </a:r>
            <a:r>
              <a:rPr lang="es-MX" dirty="0"/>
              <a:t> </a:t>
            </a:r>
            <a:r>
              <a:rPr lang="es-MX" dirty="0" err="1"/>
              <a:t>rescue</a:t>
            </a:r>
            <a:endParaRPr lang="es-MX" dirty="0"/>
          </a:p>
          <a:p>
            <a:pPr algn="ctr"/>
            <a:r>
              <a:rPr lang="es-MX" dirty="0"/>
              <a:t>(1992)</a:t>
            </a:r>
            <a:endParaRPr lang="es-CL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2257BDB-6120-7E9A-29B4-8C8D7F290928}"/>
              </a:ext>
            </a:extLst>
          </p:cNvPr>
          <p:cNvSpPr/>
          <p:nvPr/>
        </p:nvSpPr>
        <p:spPr>
          <a:xfrm>
            <a:off x="332407" y="0"/>
            <a:ext cx="53572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5400" b="1" cap="none" spc="0" dirty="0">
                <a:ln/>
                <a:solidFill>
                  <a:schemeClr val="accent4"/>
                </a:solidFill>
                <a:effectLst/>
              </a:rPr>
              <a:t>3</a:t>
            </a:r>
          </a:p>
        </p:txBody>
      </p:sp>
      <p:sp>
        <p:nvSpPr>
          <p:cNvPr id="2" name="textruta 1">
            <a:extLst>
              <a:ext uri="{FF2B5EF4-FFF2-40B4-BE49-F238E27FC236}">
                <a16:creationId xmlns:a16="http://schemas.microsoft.com/office/drawing/2014/main" id="{8970C732-87E1-7255-3685-6DDC4154E203}"/>
              </a:ext>
            </a:extLst>
          </p:cNvPr>
          <p:cNvSpPr txBox="1"/>
          <p:nvPr/>
        </p:nvSpPr>
        <p:spPr>
          <a:xfrm>
            <a:off x="3404953" y="5600913"/>
            <a:ext cx="609204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>
              <a:spcBef>
                <a:spcPts val="0"/>
              </a:spcBef>
              <a:spcAft>
                <a:spcPts val="0"/>
              </a:spcAft>
            </a:pPr>
            <a:r>
              <a:rPr lang="sv-SE" sz="1800" b="0" u="none" strike="noStrike" dirty="0" err="1">
                <a:effectLst/>
                <a:highlight>
                  <a:srgbClr val="B9B9B9"/>
                </a:highlight>
                <a:latin typeface="Arial" panose="020B0604020202020204" pitchFamily="34" charset="0"/>
              </a:rPr>
              <a:t>Leroux</a:t>
            </a:r>
            <a:r>
              <a:rPr lang="sv-SE" sz="1800" b="0" u="none" strike="noStrike" dirty="0">
                <a:effectLst/>
                <a:highlight>
                  <a:srgbClr val="B9B9B9"/>
                </a:highlight>
                <a:latin typeface="Arial" panose="020B0604020202020204" pitchFamily="34" charset="0"/>
              </a:rPr>
              <a:t>, B. G., &amp; </a:t>
            </a:r>
            <a:r>
              <a:rPr lang="sv-SE" sz="1800" b="0" u="none" strike="noStrike" dirty="0" err="1">
                <a:effectLst/>
                <a:highlight>
                  <a:srgbClr val="B9B9B9"/>
                </a:highlight>
                <a:latin typeface="Arial" panose="020B0604020202020204" pitchFamily="34" charset="0"/>
              </a:rPr>
              <a:t>Puterman</a:t>
            </a:r>
            <a:r>
              <a:rPr lang="sv-SE" sz="1800" b="0" u="none" strike="noStrike" dirty="0">
                <a:effectLst/>
                <a:highlight>
                  <a:srgbClr val="B9B9B9"/>
                </a:highlight>
                <a:latin typeface="Arial" panose="020B0604020202020204" pitchFamily="34" charset="0"/>
              </a:rPr>
              <a:t>, M. L. (1992). Maximum-</a:t>
            </a:r>
            <a:r>
              <a:rPr lang="sv-SE" sz="1800" b="0" u="none" strike="noStrike" dirty="0" err="1">
                <a:effectLst/>
                <a:highlight>
                  <a:srgbClr val="B9B9B9"/>
                </a:highlight>
                <a:latin typeface="Arial" panose="020B0604020202020204" pitchFamily="34" charset="0"/>
              </a:rPr>
              <a:t>penalized</a:t>
            </a:r>
            <a:r>
              <a:rPr lang="sv-SE" sz="1800" b="0" u="none" strike="noStrike" dirty="0">
                <a:effectLst/>
                <a:highlight>
                  <a:srgbClr val="B9B9B9"/>
                </a:highlight>
                <a:latin typeface="Arial" panose="020B0604020202020204" pitchFamily="34" charset="0"/>
              </a:rPr>
              <a:t>-</a:t>
            </a:r>
            <a:r>
              <a:rPr lang="sv-SE" sz="1800" b="0" u="none" strike="noStrike" dirty="0" err="1">
                <a:effectLst/>
                <a:highlight>
                  <a:srgbClr val="B9B9B9"/>
                </a:highlight>
                <a:latin typeface="Arial" panose="020B0604020202020204" pitchFamily="34" charset="0"/>
              </a:rPr>
              <a:t>likelihood</a:t>
            </a:r>
            <a:r>
              <a:rPr lang="sv-SE" sz="1800" b="0" u="none" strike="noStrike" dirty="0">
                <a:effectLst/>
                <a:highlight>
                  <a:srgbClr val="B9B9B9"/>
                </a:highlight>
                <a:latin typeface="Arial" panose="020B0604020202020204" pitchFamily="34" charset="0"/>
              </a:rPr>
              <a:t> </a:t>
            </a:r>
            <a:r>
              <a:rPr lang="sv-SE" sz="1800" b="0" u="none" strike="noStrike" dirty="0" err="1">
                <a:effectLst/>
                <a:highlight>
                  <a:srgbClr val="B9B9B9"/>
                </a:highlight>
                <a:latin typeface="Arial" panose="020B0604020202020204" pitchFamily="34" charset="0"/>
              </a:rPr>
              <a:t>estimation</a:t>
            </a:r>
            <a:r>
              <a:rPr lang="sv-SE" sz="1800" b="0" u="none" strike="noStrike" dirty="0">
                <a:effectLst/>
                <a:highlight>
                  <a:srgbClr val="B9B9B9"/>
                </a:highlight>
                <a:latin typeface="Arial" panose="020B0604020202020204" pitchFamily="34" charset="0"/>
              </a:rPr>
              <a:t> for independent and Markov-</a:t>
            </a:r>
            <a:r>
              <a:rPr lang="sv-SE" sz="1800" b="0" u="none" strike="noStrike" dirty="0" err="1">
                <a:effectLst/>
                <a:highlight>
                  <a:srgbClr val="B9B9B9"/>
                </a:highlight>
                <a:latin typeface="Arial" panose="020B0604020202020204" pitchFamily="34" charset="0"/>
              </a:rPr>
              <a:t>dependent</a:t>
            </a:r>
            <a:r>
              <a:rPr lang="sv-SE" sz="1800" b="0" u="none" strike="noStrike" dirty="0">
                <a:effectLst/>
                <a:highlight>
                  <a:srgbClr val="B9B9B9"/>
                </a:highlight>
                <a:latin typeface="Arial" panose="020B0604020202020204" pitchFamily="34" charset="0"/>
              </a:rPr>
              <a:t> </a:t>
            </a:r>
            <a:r>
              <a:rPr lang="sv-SE" sz="1800" b="0" u="none" strike="noStrike" dirty="0" err="1">
                <a:effectLst/>
                <a:highlight>
                  <a:srgbClr val="B9B9B9"/>
                </a:highlight>
                <a:latin typeface="Arial" panose="020B0604020202020204" pitchFamily="34" charset="0"/>
              </a:rPr>
              <a:t>mixture</a:t>
            </a:r>
            <a:r>
              <a:rPr lang="sv-SE" sz="1800" b="0" u="none" strike="noStrike" dirty="0">
                <a:effectLst/>
                <a:highlight>
                  <a:srgbClr val="B9B9B9"/>
                </a:highlight>
                <a:latin typeface="Arial" panose="020B0604020202020204" pitchFamily="34" charset="0"/>
              </a:rPr>
              <a:t> </a:t>
            </a:r>
            <a:r>
              <a:rPr lang="sv-SE" sz="1800" b="0" u="none" strike="noStrike" dirty="0" err="1">
                <a:effectLst/>
                <a:highlight>
                  <a:srgbClr val="B9B9B9"/>
                </a:highlight>
                <a:latin typeface="Arial" panose="020B0604020202020204" pitchFamily="34" charset="0"/>
              </a:rPr>
              <a:t>models</a:t>
            </a:r>
            <a:r>
              <a:rPr lang="sv-SE" sz="1800" b="0" u="none" strike="noStrike" dirty="0">
                <a:effectLst/>
                <a:highlight>
                  <a:srgbClr val="B9B9B9"/>
                </a:highlight>
                <a:latin typeface="Arial" panose="020B0604020202020204" pitchFamily="34" charset="0"/>
              </a:rPr>
              <a:t>. Biometrics, 545-558.</a:t>
            </a:r>
            <a:endParaRPr lang="sv-SE" b="0" dirty="0">
              <a:effectLst/>
              <a:highlight>
                <a:srgbClr val="B9B9B9"/>
              </a:highlight>
            </a:endParaRPr>
          </a:p>
          <a:p>
            <a:br>
              <a:rPr lang="sv-SE" dirty="0"/>
            </a:br>
            <a:endParaRPr lang="sv-SE" dirty="0"/>
          </a:p>
        </p:txBody>
      </p:sp>
      <p:sp>
        <p:nvSpPr>
          <p:cNvPr id="3" name="textruta 2">
            <a:extLst>
              <a:ext uri="{FF2B5EF4-FFF2-40B4-BE49-F238E27FC236}">
                <a16:creationId xmlns:a16="http://schemas.microsoft.com/office/drawing/2014/main" id="{FA8C9D45-1A76-4F9A-7931-AA1441B7B12B}"/>
              </a:ext>
            </a:extLst>
          </p:cNvPr>
          <p:cNvSpPr txBox="1"/>
          <p:nvPr/>
        </p:nvSpPr>
        <p:spPr>
          <a:xfrm>
            <a:off x="95003" y="2372381"/>
            <a:ext cx="330995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sv-SE" sz="1400" i="1" dirty="0"/>
              <a:t>”…</a:t>
            </a:r>
            <a:r>
              <a:rPr lang="sv-SE" sz="1400" b="0" i="1" dirty="0" err="1">
                <a:effectLst/>
                <a:latin typeface="Söhne"/>
              </a:rPr>
              <a:t>suggest</a:t>
            </a:r>
            <a:r>
              <a:rPr lang="sv-SE" sz="1400" b="0" i="1" dirty="0">
                <a:effectLst/>
                <a:latin typeface="Söhne"/>
              </a:rPr>
              <a:t> </a:t>
            </a:r>
            <a:r>
              <a:rPr lang="sv-SE" sz="1400" b="0" i="1" dirty="0" err="1">
                <a:effectLst/>
                <a:latin typeface="Söhne"/>
              </a:rPr>
              <a:t>choosing</a:t>
            </a:r>
            <a:r>
              <a:rPr lang="sv-SE" sz="1400" b="0" i="1" dirty="0">
                <a:effectLst/>
                <a:latin typeface="Söhne"/>
              </a:rPr>
              <a:t> </a:t>
            </a:r>
            <a:r>
              <a:rPr lang="sv-SE" sz="1400" b="0" i="1" dirty="0" err="1">
                <a:effectLst/>
                <a:latin typeface="Söhne"/>
              </a:rPr>
              <a:t>starting</a:t>
            </a:r>
            <a:r>
              <a:rPr lang="sv-SE" sz="1400" b="0" i="1" dirty="0">
                <a:effectLst/>
                <a:latin typeface="Söhne"/>
              </a:rPr>
              <a:t> </a:t>
            </a:r>
            <a:r>
              <a:rPr lang="sv-SE" sz="1400" b="0" i="1" dirty="0" err="1">
                <a:effectLst/>
                <a:latin typeface="Söhne"/>
              </a:rPr>
              <a:t>values</a:t>
            </a:r>
            <a:r>
              <a:rPr lang="sv-SE" sz="1400" b="0" i="1" dirty="0">
                <a:effectLst/>
                <a:latin typeface="Söhne"/>
              </a:rPr>
              <a:t> in </a:t>
            </a:r>
            <a:r>
              <a:rPr lang="sv-SE" sz="1400" b="0" i="1" dirty="0" err="1">
                <a:effectLst/>
                <a:latin typeface="Söhne"/>
              </a:rPr>
              <a:t>this</a:t>
            </a:r>
            <a:r>
              <a:rPr lang="sv-SE" sz="1400" b="0" i="1" dirty="0">
                <a:effectLst/>
                <a:latin typeface="Söhne"/>
              </a:rPr>
              <a:t> </a:t>
            </a:r>
            <a:r>
              <a:rPr lang="sv-SE" sz="1400" b="0" i="1" dirty="0" err="1">
                <a:effectLst/>
                <a:latin typeface="Söhne"/>
              </a:rPr>
              <a:t>way</a:t>
            </a:r>
            <a:r>
              <a:rPr lang="sv-SE" sz="1400" b="0" i="1" dirty="0">
                <a:effectLst/>
                <a:latin typeface="Söhne"/>
              </a:rPr>
              <a:t>, </a:t>
            </a:r>
            <a:r>
              <a:rPr lang="sv-SE" sz="1400" b="0" i="1" dirty="0" err="1">
                <a:effectLst/>
                <a:latin typeface="Söhne"/>
              </a:rPr>
              <a:t>with</a:t>
            </a:r>
            <a:r>
              <a:rPr lang="sv-SE" sz="1400" b="0" i="1" dirty="0">
                <a:effectLst/>
                <a:latin typeface="Söhne"/>
              </a:rPr>
              <a:t> clusters </a:t>
            </a:r>
            <a:r>
              <a:rPr lang="sv-SE" sz="1400" b="0" i="1" dirty="0" err="1">
                <a:effectLst/>
                <a:latin typeface="Söhne"/>
              </a:rPr>
              <a:t>generated</a:t>
            </a:r>
            <a:r>
              <a:rPr lang="sv-SE" sz="1400" b="0" i="1" dirty="0">
                <a:effectLst/>
                <a:latin typeface="Söhne"/>
              </a:rPr>
              <a:t> by a </a:t>
            </a:r>
            <a:r>
              <a:rPr lang="sv-SE" sz="1400" b="0" i="1" dirty="0" err="1">
                <a:effectLst/>
                <a:latin typeface="Söhne"/>
              </a:rPr>
              <a:t>clustering</a:t>
            </a:r>
            <a:r>
              <a:rPr lang="sv-SE" sz="1400" b="0" i="1" dirty="0">
                <a:effectLst/>
                <a:latin typeface="Söhne"/>
              </a:rPr>
              <a:t> </a:t>
            </a:r>
            <a:r>
              <a:rPr lang="sv-SE" sz="1400" b="0" i="1" dirty="0" err="1">
                <a:effectLst/>
                <a:latin typeface="Söhne"/>
              </a:rPr>
              <a:t>algorithm</a:t>
            </a:r>
            <a:r>
              <a:rPr lang="sv-SE" sz="1400" b="0" i="1" dirty="0">
                <a:effectLst/>
                <a:highlight>
                  <a:srgbClr val="C0C0C0"/>
                </a:highlight>
                <a:latin typeface="Söhne"/>
              </a:rPr>
              <a:t>. A simple </a:t>
            </a:r>
            <a:r>
              <a:rPr lang="sv-SE" sz="1400" b="0" i="1" dirty="0" err="1">
                <a:effectLst/>
                <a:highlight>
                  <a:srgbClr val="C0C0C0"/>
                </a:highlight>
                <a:latin typeface="Söhne"/>
              </a:rPr>
              <a:t>way</a:t>
            </a:r>
            <a:r>
              <a:rPr lang="sv-SE" sz="1400" b="0" i="1" dirty="0">
                <a:effectLst/>
                <a:highlight>
                  <a:srgbClr val="C0C0C0"/>
                </a:highlight>
                <a:latin typeface="Söhne"/>
              </a:rPr>
              <a:t> </a:t>
            </a:r>
            <a:r>
              <a:rPr lang="sv-SE" sz="1400" b="0" i="1" dirty="0" err="1">
                <a:effectLst/>
                <a:highlight>
                  <a:srgbClr val="C0C0C0"/>
                </a:highlight>
                <a:latin typeface="Söhne"/>
              </a:rPr>
              <a:t>of</a:t>
            </a:r>
            <a:r>
              <a:rPr lang="sv-SE" sz="1400" b="0" i="1" dirty="0">
                <a:effectLst/>
                <a:highlight>
                  <a:srgbClr val="C0C0C0"/>
                </a:highlight>
                <a:latin typeface="Söhne"/>
              </a:rPr>
              <a:t> </a:t>
            </a:r>
            <a:r>
              <a:rPr lang="sv-SE" sz="1400" b="0" i="1" dirty="0" err="1">
                <a:effectLst/>
                <a:highlight>
                  <a:srgbClr val="C0C0C0"/>
                </a:highlight>
                <a:latin typeface="Söhne"/>
              </a:rPr>
              <a:t>forming</a:t>
            </a:r>
            <a:r>
              <a:rPr lang="sv-SE" sz="1400" b="0" i="1" dirty="0">
                <a:effectLst/>
                <a:highlight>
                  <a:srgbClr val="C0C0C0"/>
                </a:highlight>
                <a:latin typeface="Söhne"/>
              </a:rPr>
              <a:t> the clusters is via disjoint </a:t>
            </a:r>
            <a:r>
              <a:rPr lang="sv-SE" sz="1400" b="0" i="1" dirty="0" err="1">
                <a:effectLst/>
                <a:highlight>
                  <a:srgbClr val="C0C0C0"/>
                </a:highlight>
                <a:latin typeface="Söhne"/>
              </a:rPr>
              <a:t>intervals</a:t>
            </a:r>
            <a:r>
              <a:rPr lang="sv-SE" sz="1400" b="0" i="1" dirty="0">
                <a:effectLst/>
                <a:highlight>
                  <a:srgbClr val="C0C0C0"/>
                </a:highlight>
                <a:latin typeface="Söhne"/>
              </a:rPr>
              <a:t>, </a:t>
            </a:r>
            <a:r>
              <a:rPr lang="sv-SE" sz="1400" b="0" i="1" dirty="0" err="1">
                <a:effectLst/>
                <a:highlight>
                  <a:srgbClr val="C0C0C0"/>
                </a:highlight>
                <a:latin typeface="Söhne"/>
              </a:rPr>
              <a:t>with</a:t>
            </a:r>
            <a:r>
              <a:rPr lang="sv-SE" sz="1400" b="0" i="1" dirty="0">
                <a:effectLst/>
                <a:highlight>
                  <a:srgbClr val="C0C0C0"/>
                </a:highlight>
                <a:latin typeface="Söhne"/>
              </a:rPr>
              <a:t> the observations </a:t>
            </a:r>
            <a:r>
              <a:rPr lang="sv-SE" sz="1400" b="0" i="1" dirty="0" err="1">
                <a:effectLst/>
                <a:highlight>
                  <a:srgbClr val="C0C0C0"/>
                </a:highlight>
                <a:latin typeface="Söhne"/>
              </a:rPr>
              <a:t>classified</a:t>
            </a:r>
            <a:r>
              <a:rPr lang="sv-SE" sz="1400" b="0" i="1" dirty="0">
                <a:effectLst/>
                <a:highlight>
                  <a:srgbClr val="C0C0C0"/>
                </a:highlight>
                <a:latin typeface="Söhne"/>
              </a:rPr>
              <a:t> </a:t>
            </a:r>
            <a:r>
              <a:rPr lang="sv-SE" sz="1400" b="0" i="1" dirty="0" err="1">
                <a:effectLst/>
                <a:highlight>
                  <a:srgbClr val="C0C0C0"/>
                </a:highlight>
                <a:latin typeface="Söhne"/>
              </a:rPr>
              <a:t>according</a:t>
            </a:r>
            <a:r>
              <a:rPr lang="sv-SE" sz="1400" b="0" i="1" dirty="0">
                <a:effectLst/>
                <a:highlight>
                  <a:srgbClr val="C0C0C0"/>
                </a:highlight>
                <a:latin typeface="Söhne"/>
              </a:rPr>
              <a:t> to </a:t>
            </a:r>
            <a:r>
              <a:rPr lang="sv-SE" sz="1400" b="0" i="1" dirty="0" err="1">
                <a:effectLst/>
                <a:highlight>
                  <a:srgbClr val="C0C0C0"/>
                </a:highlight>
                <a:latin typeface="Söhne"/>
              </a:rPr>
              <a:t>which</a:t>
            </a:r>
            <a:r>
              <a:rPr lang="sv-SE" sz="1400" b="0" i="1" dirty="0">
                <a:effectLst/>
                <a:highlight>
                  <a:srgbClr val="C0C0C0"/>
                </a:highlight>
                <a:latin typeface="Söhne"/>
              </a:rPr>
              <a:t> </a:t>
            </a:r>
            <a:r>
              <a:rPr lang="sv-SE" sz="1400" b="0" i="1" dirty="0" err="1">
                <a:effectLst/>
                <a:highlight>
                  <a:srgbClr val="C0C0C0"/>
                </a:highlight>
                <a:latin typeface="Söhne"/>
              </a:rPr>
              <a:t>of</a:t>
            </a:r>
            <a:r>
              <a:rPr lang="sv-SE" sz="1400" b="0" i="1" dirty="0">
                <a:effectLst/>
                <a:highlight>
                  <a:srgbClr val="C0C0C0"/>
                </a:highlight>
                <a:latin typeface="Söhne"/>
              </a:rPr>
              <a:t> the </a:t>
            </a:r>
            <a:r>
              <a:rPr lang="sv-SE" sz="1400" b="0" i="1" dirty="0" err="1">
                <a:effectLst/>
                <a:highlight>
                  <a:srgbClr val="C0C0C0"/>
                </a:highlight>
                <a:latin typeface="Söhne"/>
              </a:rPr>
              <a:t>intervals</a:t>
            </a:r>
            <a:r>
              <a:rPr lang="sv-SE" sz="1400" b="0" i="1" dirty="0">
                <a:effectLst/>
                <a:highlight>
                  <a:srgbClr val="C0C0C0"/>
                </a:highlight>
                <a:latin typeface="Söhne"/>
              </a:rPr>
              <a:t> </a:t>
            </a:r>
            <a:r>
              <a:rPr lang="sv-SE" sz="1400" b="0" i="1" dirty="0" err="1">
                <a:effectLst/>
                <a:highlight>
                  <a:srgbClr val="C0C0C0"/>
                </a:highlight>
                <a:latin typeface="Söhne"/>
              </a:rPr>
              <a:t>they</a:t>
            </a:r>
            <a:r>
              <a:rPr lang="sv-SE" sz="1400" b="0" i="1" dirty="0">
                <a:effectLst/>
                <a:highlight>
                  <a:srgbClr val="C0C0C0"/>
                </a:highlight>
                <a:latin typeface="Söhne"/>
              </a:rPr>
              <a:t> fall </a:t>
            </a:r>
            <a:r>
              <a:rPr lang="sv-SE" sz="1400" b="0" i="1" dirty="0" err="1">
                <a:effectLst/>
                <a:highlight>
                  <a:srgbClr val="C0C0C0"/>
                </a:highlight>
                <a:latin typeface="Söhne"/>
              </a:rPr>
              <a:t>into</a:t>
            </a:r>
            <a:r>
              <a:rPr lang="sv-SE" sz="1400" b="0" i="1" dirty="0">
                <a:effectLst/>
                <a:latin typeface="Söhne"/>
              </a:rPr>
              <a:t>. The set </a:t>
            </a:r>
            <a:r>
              <a:rPr lang="sv-SE" sz="1400" b="0" i="1" dirty="0" err="1">
                <a:effectLst/>
                <a:latin typeface="Söhne"/>
              </a:rPr>
              <a:t>of</a:t>
            </a:r>
            <a:r>
              <a:rPr lang="sv-SE" sz="1400" b="0" i="1" dirty="0">
                <a:effectLst/>
                <a:latin typeface="Söhne"/>
              </a:rPr>
              <a:t> all </a:t>
            </a:r>
            <a:r>
              <a:rPr lang="sv-SE" sz="1400" b="0" i="1" dirty="0" err="1">
                <a:effectLst/>
                <a:latin typeface="Söhne"/>
              </a:rPr>
              <a:t>possible</a:t>
            </a:r>
            <a:r>
              <a:rPr lang="sv-SE" sz="1400" b="0" i="1" dirty="0">
                <a:effectLst/>
                <a:latin typeface="Söhne"/>
              </a:rPr>
              <a:t> partitions </a:t>
            </a:r>
            <a:r>
              <a:rPr lang="sv-SE" sz="1400" b="0" i="1" dirty="0" err="1">
                <a:effectLst/>
                <a:latin typeface="Söhne"/>
              </a:rPr>
              <a:t>of</a:t>
            </a:r>
            <a:r>
              <a:rPr lang="sv-SE" sz="1400" b="0" i="1" dirty="0">
                <a:effectLst/>
                <a:latin typeface="Söhne"/>
              </a:rPr>
              <a:t> the data </a:t>
            </a:r>
            <a:r>
              <a:rPr lang="sv-SE" sz="1400" b="0" i="1" dirty="0" err="1">
                <a:effectLst/>
                <a:latin typeface="Söhne"/>
              </a:rPr>
              <a:t>that</a:t>
            </a:r>
            <a:r>
              <a:rPr lang="sv-SE" sz="1400" b="0" i="1" dirty="0">
                <a:effectLst/>
                <a:latin typeface="Söhne"/>
              </a:rPr>
              <a:t> </a:t>
            </a:r>
            <a:r>
              <a:rPr lang="sv-SE" sz="1400" b="0" i="1" dirty="0" err="1">
                <a:effectLst/>
                <a:latin typeface="Söhne"/>
              </a:rPr>
              <a:t>can</a:t>
            </a:r>
            <a:r>
              <a:rPr lang="sv-SE" sz="1400" b="0" i="1" dirty="0">
                <a:effectLst/>
                <a:latin typeface="Söhne"/>
              </a:rPr>
              <a:t> be </a:t>
            </a:r>
            <a:r>
              <a:rPr lang="sv-SE" sz="1400" b="0" i="1" dirty="0" err="1">
                <a:effectLst/>
                <a:latin typeface="Söhne"/>
              </a:rPr>
              <a:t>formed</a:t>
            </a:r>
            <a:r>
              <a:rPr lang="sv-SE" sz="1400" b="0" i="1" dirty="0">
                <a:effectLst/>
                <a:latin typeface="Söhne"/>
              </a:rPr>
              <a:t> </a:t>
            </a:r>
            <a:r>
              <a:rPr lang="sv-SE" sz="1400" b="0" i="1" dirty="0" err="1">
                <a:effectLst/>
                <a:latin typeface="Söhne"/>
              </a:rPr>
              <a:t>this</a:t>
            </a:r>
            <a:r>
              <a:rPr lang="sv-SE" sz="1400" b="0" i="1" dirty="0">
                <a:effectLst/>
                <a:latin typeface="Söhne"/>
              </a:rPr>
              <a:t> </a:t>
            </a:r>
            <a:r>
              <a:rPr lang="sv-SE" sz="1400" b="0" i="1" dirty="0" err="1">
                <a:effectLst/>
                <a:latin typeface="Söhne"/>
              </a:rPr>
              <a:t>way</a:t>
            </a:r>
            <a:r>
              <a:rPr lang="sv-SE" sz="1400" b="0" i="1" dirty="0">
                <a:effectLst/>
                <a:latin typeface="Söhne"/>
              </a:rPr>
              <a:t> </a:t>
            </a:r>
            <a:r>
              <a:rPr lang="sv-SE" sz="1400" b="0" i="1" dirty="0" err="1">
                <a:effectLst/>
                <a:latin typeface="Söhne"/>
              </a:rPr>
              <a:t>will</a:t>
            </a:r>
            <a:r>
              <a:rPr lang="sv-SE" sz="1400" b="0" i="1" dirty="0">
                <a:effectLst/>
                <a:latin typeface="Söhne"/>
              </a:rPr>
              <a:t> </a:t>
            </a:r>
            <a:r>
              <a:rPr lang="sv-SE" sz="1400" b="0" i="1" dirty="0" err="1">
                <a:effectLst/>
                <a:latin typeface="Söhne"/>
              </a:rPr>
              <a:t>generate</a:t>
            </a:r>
            <a:r>
              <a:rPr lang="sv-SE" sz="1400" b="0" i="1" dirty="0">
                <a:effectLst/>
                <a:latin typeface="Söhne"/>
              </a:rPr>
              <a:t> a set </a:t>
            </a:r>
            <a:r>
              <a:rPr lang="sv-SE" sz="1400" b="0" i="1" dirty="0" err="1">
                <a:effectLst/>
                <a:latin typeface="Söhne"/>
              </a:rPr>
              <a:t>of</a:t>
            </a:r>
            <a:r>
              <a:rPr lang="sv-SE" sz="1400" b="0" i="1" dirty="0">
                <a:effectLst/>
                <a:latin typeface="Söhne"/>
              </a:rPr>
              <a:t> initial parameter </a:t>
            </a:r>
            <a:r>
              <a:rPr lang="sv-SE" sz="1400" b="0" i="1" dirty="0" err="1">
                <a:effectLst/>
                <a:latin typeface="Söhne"/>
              </a:rPr>
              <a:t>estimates</a:t>
            </a:r>
            <a:r>
              <a:rPr lang="sv-SE" sz="1400" b="0" i="1" dirty="0">
                <a:effectLst/>
                <a:latin typeface="Söhne"/>
              </a:rPr>
              <a:t> </a:t>
            </a:r>
            <a:r>
              <a:rPr lang="sv-SE" sz="1400" b="0" i="1" dirty="0" err="1">
                <a:effectLst/>
                <a:latin typeface="Söhne"/>
              </a:rPr>
              <a:t>covering</a:t>
            </a:r>
            <a:r>
              <a:rPr lang="sv-SE" sz="1400" b="0" i="1" dirty="0">
                <a:effectLst/>
                <a:latin typeface="Söhne"/>
              </a:rPr>
              <a:t> a </a:t>
            </a:r>
            <a:r>
              <a:rPr lang="sv-SE" sz="1400" b="0" i="1" dirty="0" err="1">
                <a:effectLst/>
                <a:latin typeface="Söhne"/>
              </a:rPr>
              <a:t>wide</a:t>
            </a:r>
            <a:r>
              <a:rPr lang="sv-SE" sz="1400" b="0" i="1" dirty="0">
                <a:effectLst/>
                <a:latin typeface="Söhne"/>
              </a:rPr>
              <a:t> </a:t>
            </a:r>
            <a:r>
              <a:rPr lang="sv-SE" sz="1400" b="0" i="1" dirty="0" err="1">
                <a:effectLst/>
                <a:latin typeface="Söhne"/>
              </a:rPr>
              <a:t>range</a:t>
            </a:r>
            <a:r>
              <a:rPr lang="sv-SE" sz="1400" b="0" i="1" dirty="0">
                <a:effectLst/>
                <a:latin typeface="Söhne"/>
              </a:rPr>
              <a:t> </a:t>
            </a:r>
            <a:r>
              <a:rPr lang="sv-SE" sz="1400" b="0" i="1" dirty="0" err="1">
                <a:effectLst/>
                <a:latin typeface="Söhne"/>
              </a:rPr>
              <a:t>of</a:t>
            </a:r>
            <a:r>
              <a:rPr lang="sv-SE" sz="1400" b="0" i="1" dirty="0">
                <a:effectLst/>
                <a:latin typeface="Söhne"/>
              </a:rPr>
              <a:t> </a:t>
            </a:r>
            <a:r>
              <a:rPr lang="sv-SE" sz="1400" b="0" i="1" dirty="0" err="1">
                <a:effectLst/>
                <a:latin typeface="Söhne"/>
              </a:rPr>
              <a:t>mixing</a:t>
            </a:r>
            <a:r>
              <a:rPr lang="sv-SE" sz="1400" b="0" i="1" dirty="0">
                <a:effectLst/>
                <a:latin typeface="Söhne"/>
              </a:rPr>
              <a:t> distributions. </a:t>
            </a:r>
            <a:r>
              <a:rPr lang="sv-SE" sz="1400" b="0" i="1" dirty="0" err="1">
                <a:effectLst/>
                <a:latin typeface="Söhne"/>
              </a:rPr>
              <a:t>We</a:t>
            </a:r>
            <a:r>
              <a:rPr lang="sv-SE" sz="1400" b="0" i="1" dirty="0">
                <a:effectLst/>
                <a:latin typeface="Söhne"/>
              </a:rPr>
              <a:t> </a:t>
            </a:r>
            <a:r>
              <a:rPr lang="sv-SE" sz="1400" b="0" i="1" dirty="0" err="1">
                <a:effectLst/>
                <a:latin typeface="Söhne"/>
              </a:rPr>
              <a:t>take</a:t>
            </a:r>
            <a:r>
              <a:rPr lang="sv-SE" sz="1400" b="0" i="1" dirty="0">
                <a:effectLst/>
                <a:latin typeface="Söhne"/>
              </a:rPr>
              <a:t> </a:t>
            </a:r>
            <a:r>
              <a:rPr lang="sv-SE" sz="1400" b="0" i="1" dirty="0" err="1">
                <a:effectLst/>
                <a:latin typeface="Söhne"/>
              </a:rPr>
              <a:t>this</a:t>
            </a:r>
            <a:r>
              <a:rPr lang="sv-SE" sz="1400" b="0" i="1" dirty="0">
                <a:effectLst/>
                <a:latin typeface="Söhne"/>
              </a:rPr>
              <a:t> as </a:t>
            </a:r>
            <a:r>
              <a:rPr lang="sv-SE" sz="1400" b="0" i="1" dirty="0" err="1">
                <a:effectLst/>
                <a:latin typeface="Söhne"/>
              </a:rPr>
              <a:t>our</a:t>
            </a:r>
            <a:r>
              <a:rPr lang="sv-SE" sz="1400" b="0" i="1" dirty="0">
                <a:effectLst/>
                <a:latin typeface="Söhne"/>
              </a:rPr>
              <a:t> set </a:t>
            </a:r>
            <a:r>
              <a:rPr lang="sv-SE" sz="1400" b="0" i="1" dirty="0" err="1">
                <a:effectLst/>
                <a:latin typeface="Söhne"/>
              </a:rPr>
              <a:t>of</a:t>
            </a:r>
            <a:r>
              <a:rPr lang="sv-SE" sz="1400" b="0" i="1" dirty="0">
                <a:effectLst/>
                <a:latin typeface="Söhne"/>
              </a:rPr>
              <a:t> </a:t>
            </a:r>
            <a:r>
              <a:rPr lang="sv-SE" sz="1400" b="0" i="1" dirty="0" err="1">
                <a:effectLst/>
                <a:latin typeface="Söhne"/>
              </a:rPr>
              <a:t>starting</a:t>
            </a:r>
            <a:r>
              <a:rPr lang="sv-SE" sz="1400" b="0" i="1" dirty="0">
                <a:effectLst/>
                <a:latin typeface="Söhne"/>
              </a:rPr>
              <a:t> </a:t>
            </a:r>
            <a:r>
              <a:rPr lang="sv-SE" sz="1400" b="0" i="1" dirty="0" err="1">
                <a:effectLst/>
                <a:latin typeface="Söhne"/>
              </a:rPr>
              <a:t>values</a:t>
            </a:r>
            <a:r>
              <a:rPr lang="sv-SE" sz="1400" b="0" i="1" dirty="0">
                <a:effectLst/>
                <a:latin typeface="Söhne"/>
              </a:rPr>
              <a:t>."</a:t>
            </a:r>
          </a:p>
          <a:p>
            <a:pPr algn="l"/>
            <a:br>
              <a:rPr lang="sv-SE" b="0" i="0" dirty="0">
                <a:effectLst/>
                <a:latin typeface="Söhne"/>
              </a:rPr>
            </a:br>
            <a:endParaRPr lang="sv-SE" b="0" i="0" dirty="0">
              <a:effectLst/>
              <a:latin typeface="Söhne"/>
            </a:endParaRPr>
          </a:p>
          <a:p>
            <a:endParaRPr lang="sv-SE" dirty="0">
              <a:effectLst/>
            </a:endParaRPr>
          </a:p>
          <a:p>
            <a:pPr algn="ctr"/>
            <a:endParaRPr lang="sv-SE" i="1" dirty="0"/>
          </a:p>
        </p:txBody>
      </p:sp>
    </p:spTree>
    <p:extLst>
      <p:ext uri="{BB962C8B-B14F-4D97-AF65-F5344CB8AC3E}">
        <p14:creationId xmlns:p14="http://schemas.microsoft.com/office/powerpoint/2010/main" val="3269422749"/>
      </p:ext>
    </p:extLst>
  </p:cSld>
  <p:clrMapOvr>
    <a:masterClrMapping/>
  </p:clrMapOvr>
  <p:transition spd="slow">
    <p:randomBar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423E9BA1-64CC-555E-453B-695281F477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/>
              <a:t>Sensitity analysis and best model..</a:t>
            </a:r>
          </a:p>
        </p:txBody>
      </p:sp>
      <p:sp>
        <p:nvSpPr>
          <p:cNvPr id="4" name="Platshållare för innehåll 3">
            <a:extLst>
              <a:ext uri="{FF2B5EF4-FFF2-40B4-BE49-F238E27FC236}">
                <a16:creationId xmlns:a16="http://schemas.microsoft.com/office/drawing/2014/main" id="{081109CD-711A-BCB7-A124-E0C4067069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sv-SE" dirty="0"/>
              <a:t>Cambiar texto:</a:t>
            </a:r>
          </a:p>
        </p:txBody>
      </p:sp>
    </p:spTree>
    <p:extLst>
      <p:ext uri="{BB962C8B-B14F-4D97-AF65-F5344CB8AC3E}">
        <p14:creationId xmlns:p14="http://schemas.microsoft.com/office/powerpoint/2010/main" val="2648337885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86FF823A-81C6-205E-B24A-CA66F23AEAEC}"/>
              </a:ext>
            </a:extLst>
          </p:cNvPr>
          <p:cNvSpPr/>
          <p:nvPr/>
        </p:nvSpPr>
        <p:spPr>
          <a:xfrm>
            <a:off x="4402562" y="-104775"/>
            <a:ext cx="167640" cy="720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3648901-DE28-90AC-D98A-27D591E81DA2}"/>
              </a:ext>
            </a:extLst>
          </p:cNvPr>
          <p:cNvSpPr/>
          <p:nvPr/>
        </p:nvSpPr>
        <p:spPr>
          <a:xfrm>
            <a:off x="6094651" y="-104775"/>
            <a:ext cx="167640" cy="720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2828E23-3D99-37BF-BFBE-F9677FBBF69D}"/>
              </a:ext>
            </a:extLst>
          </p:cNvPr>
          <p:cNvSpPr/>
          <p:nvPr/>
        </p:nvSpPr>
        <p:spPr>
          <a:xfrm>
            <a:off x="7786741" y="-170656"/>
            <a:ext cx="167640" cy="720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AEB2A9-6ACF-938F-082C-2F81B1CF05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2751" y="724757"/>
            <a:ext cx="6179080" cy="307777"/>
          </a:xfrm>
          <a:prstGeom prst="rect">
            <a:avLst/>
          </a:prstGeom>
          <a:solidFill>
            <a:srgbClr val="B9B9B9"/>
          </a:solidFill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CL" sz="2000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Lucida Console" panose="020B0609040504020204" pitchFamily="49" charset="0"/>
              </a:rPr>
              <a:t>Sensitivity</a:t>
            </a:r>
            <a:r>
              <a:rPr kumimoji="0" lang="es-MX" altLang="es-CL" sz="20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kumimoji="0" lang="es-MX" altLang="es-CL" sz="2000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Lucida Console" panose="020B0609040504020204" pitchFamily="49" charset="0"/>
              </a:rPr>
              <a:t>Analysis</a:t>
            </a:r>
            <a:endParaRPr kumimoji="0" lang="es-CL" altLang="es-CL" sz="2000" b="0" i="0" u="none" strike="noStrike" cap="none" normalizeH="0" baseline="0" dirty="0">
              <a:ln>
                <a:noFill/>
              </a:ln>
              <a:solidFill>
                <a:srgbClr val="F8F8F2"/>
              </a:solidFill>
              <a:effectLst/>
              <a:latin typeface="Lucida Console" panose="020B0609040504020204" pitchFamily="49" charset="0"/>
            </a:endParaRPr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DE014A85-B5CA-A756-B21C-EAFFD45F25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0883405"/>
              </p:ext>
            </p:extLst>
          </p:nvPr>
        </p:nvGraphicFramePr>
        <p:xfrm>
          <a:off x="3172751" y="1413374"/>
          <a:ext cx="6618827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618827">
                  <a:extLst>
                    <a:ext uri="{9D8B030D-6E8A-4147-A177-3AD203B41FA5}">
                      <a16:colId xmlns:a16="http://schemas.microsoft.com/office/drawing/2014/main" val="3081508154"/>
                    </a:ext>
                  </a:extLst>
                </a:gridCol>
              </a:tblGrid>
              <a:tr h="3516434">
                <a:tc>
                  <a:txBody>
                    <a:bodyPr/>
                    <a:lstStyle/>
                    <a:p>
                      <a:r>
                        <a:rPr lang="es-CL" dirty="0">
                          <a:solidFill>
                            <a:srgbClr val="00B050"/>
                          </a:solidFill>
                        </a:rPr>
                        <a:t># </a:t>
                      </a:r>
                      <a:r>
                        <a:rPr lang="es-CL" dirty="0" err="1">
                          <a:solidFill>
                            <a:srgbClr val="00B050"/>
                          </a:solidFill>
                        </a:rPr>
                        <a:t>Changing</a:t>
                      </a:r>
                      <a:r>
                        <a:rPr lang="es-CL" dirty="0">
                          <a:solidFill>
                            <a:srgbClr val="00B050"/>
                          </a:solidFill>
                        </a:rPr>
                        <a:t> K  </a:t>
                      </a:r>
                      <a:r>
                        <a:rPr lang="es-CL" dirty="0" err="1">
                          <a:solidFill>
                            <a:srgbClr val="00B050"/>
                          </a:solidFill>
                        </a:rPr>
                        <a:t>clusters</a:t>
                      </a:r>
                      <a:endParaRPr lang="es-CL" dirty="0">
                        <a:solidFill>
                          <a:srgbClr val="00B050"/>
                        </a:solidFill>
                      </a:endParaRPr>
                    </a:p>
                    <a:p>
                      <a:r>
                        <a:rPr lang="es-CL" dirty="0">
                          <a:solidFill>
                            <a:srgbClr val="00B050"/>
                          </a:solidFill>
                        </a:rPr>
                        <a:t>G &lt;- 10mod1.mc.G &lt;- </a:t>
                      </a:r>
                      <a:r>
                        <a:rPr lang="es-CL" dirty="0" err="1">
                          <a:solidFill>
                            <a:srgbClr val="00B050"/>
                          </a:solidFill>
                        </a:rPr>
                        <a:t>list</a:t>
                      </a:r>
                      <a:r>
                        <a:rPr lang="es-CL" dirty="0">
                          <a:solidFill>
                            <a:srgbClr val="00B050"/>
                          </a:solidFill>
                        </a:rPr>
                        <a:t>()</a:t>
                      </a:r>
                    </a:p>
                    <a:p>
                      <a:r>
                        <a:rPr lang="es-CL" dirty="0">
                          <a:solidFill>
                            <a:srgbClr val="00B050"/>
                          </a:solidFill>
                        </a:rPr>
                        <a:t>mod1.mc.G.BIC &lt;- </a:t>
                      </a:r>
                      <a:r>
                        <a:rPr lang="es-CL" dirty="0" err="1">
                          <a:solidFill>
                            <a:srgbClr val="00B050"/>
                          </a:solidFill>
                        </a:rPr>
                        <a:t>list</a:t>
                      </a:r>
                      <a:r>
                        <a:rPr lang="es-CL" dirty="0">
                          <a:solidFill>
                            <a:srgbClr val="00B050"/>
                          </a:solidFill>
                        </a:rPr>
                        <a:t>()</a:t>
                      </a:r>
                    </a:p>
                    <a:p>
                      <a:endParaRPr lang="es-CL" dirty="0">
                        <a:solidFill>
                          <a:srgbClr val="00B050"/>
                        </a:solidFill>
                      </a:endParaRPr>
                    </a:p>
                    <a:p>
                      <a:r>
                        <a:rPr lang="es-CL" dirty="0" err="1">
                          <a:solidFill>
                            <a:srgbClr val="00B050"/>
                          </a:solidFill>
                        </a:rPr>
                        <a:t>for</a:t>
                      </a:r>
                      <a:r>
                        <a:rPr lang="es-CL" dirty="0">
                          <a:solidFill>
                            <a:srgbClr val="00B050"/>
                          </a:solidFill>
                        </a:rPr>
                        <a:t> (i in 1:G) {</a:t>
                      </a:r>
                    </a:p>
                    <a:p>
                      <a:r>
                        <a:rPr lang="es-CL" dirty="0">
                          <a:solidFill>
                            <a:srgbClr val="00B050"/>
                          </a:solidFill>
                        </a:rPr>
                        <a:t>    mod1.mc.G[[i]] &lt;- </a:t>
                      </a:r>
                      <a:r>
                        <a:rPr lang="es-CL" dirty="0" err="1">
                          <a:solidFill>
                            <a:srgbClr val="00B050"/>
                          </a:solidFill>
                        </a:rPr>
                        <a:t>Mclust</a:t>
                      </a:r>
                      <a:r>
                        <a:rPr lang="es-CL" dirty="0">
                          <a:solidFill>
                            <a:srgbClr val="00B050"/>
                          </a:solidFill>
                        </a:rPr>
                        <a:t>(</a:t>
                      </a:r>
                      <a:r>
                        <a:rPr lang="es-CL" dirty="0" err="1">
                          <a:solidFill>
                            <a:srgbClr val="00B050"/>
                          </a:solidFill>
                        </a:rPr>
                        <a:t>cont</a:t>
                      </a:r>
                      <a:r>
                        <a:rPr lang="es-CL" dirty="0">
                          <a:solidFill>
                            <a:srgbClr val="00B050"/>
                          </a:solidFill>
                        </a:rPr>
                        <a:t>, G = i)</a:t>
                      </a:r>
                    </a:p>
                    <a:p>
                      <a:r>
                        <a:rPr lang="es-CL" dirty="0">
                          <a:solidFill>
                            <a:srgbClr val="00B050"/>
                          </a:solidFill>
                        </a:rPr>
                        <a:t>    mod1.mc.G.BIC[[i]] &lt;- mod1.mc.G[[i]]$</a:t>
                      </a:r>
                      <a:r>
                        <a:rPr lang="es-CL" dirty="0" err="1">
                          <a:solidFill>
                            <a:srgbClr val="00B050"/>
                          </a:solidFill>
                        </a:rPr>
                        <a:t>bic</a:t>
                      </a:r>
                      <a:endParaRPr lang="es-CL" dirty="0">
                        <a:solidFill>
                          <a:srgbClr val="00B050"/>
                        </a:solidFill>
                      </a:endParaRPr>
                    </a:p>
                    <a:p>
                      <a:r>
                        <a:rPr lang="es-CL" dirty="0">
                          <a:solidFill>
                            <a:srgbClr val="00B050"/>
                          </a:solidFill>
                        </a:rPr>
                        <a:t>}</a:t>
                      </a:r>
                    </a:p>
                    <a:p>
                      <a:endParaRPr lang="es-CL" dirty="0">
                        <a:solidFill>
                          <a:srgbClr val="00B050"/>
                        </a:solidFill>
                      </a:endParaRPr>
                    </a:p>
                    <a:p>
                      <a:r>
                        <a:rPr lang="es-CL" dirty="0">
                          <a:solidFill>
                            <a:srgbClr val="00B050"/>
                          </a:solidFill>
                        </a:rPr>
                        <a:t># Max. </a:t>
                      </a:r>
                      <a:r>
                        <a:rPr lang="es-CL" dirty="0" err="1">
                          <a:solidFill>
                            <a:srgbClr val="00B050"/>
                          </a:solidFill>
                        </a:rPr>
                        <a:t>Accuracy</a:t>
                      </a:r>
                      <a:endParaRPr lang="es-CL" dirty="0">
                        <a:solidFill>
                          <a:srgbClr val="00B050"/>
                        </a:solidFill>
                      </a:endParaRPr>
                    </a:p>
                    <a:p>
                      <a:r>
                        <a:rPr lang="es-CL" dirty="0">
                          <a:solidFill>
                            <a:srgbClr val="00B050"/>
                          </a:solidFill>
                        </a:rPr>
                        <a:t>mod1.mc.G.BIC %&gt;% </a:t>
                      </a:r>
                      <a:r>
                        <a:rPr lang="es-CL" dirty="0" err="1">
                          <a:solidFill>
                            <a:srgbClr val="00B050"/>
                          </a:solidFill>
                        </a:rPr>
                        <a:t>unlist</a:t>
                      </a:r>
                      <a:r>
                        <a:rPr lang="es-CL" dirty="0">
                          <a:solidFill>
                            <a:srgbClr val="00B050"/>
                          </a:solidFill>
                        </a:rPr>
                        <a:t>() %&gt;% </a:t>
                      </a:r>
                      <a:r>
                        <a:rPr lang="es-CL" dirty="0" err="1">
                          <a:solidFill>
                            <a:srgbClr val="00B050"/>
                          </a:solidFill>
                        </a:rPr>
                        <a:t>max</a:t>
                      </a:r>
                      <a:r>
                        <a:rPr lang="es-CL" dirty="0">
                          <a:solidFill>
                            <a:srgbClr val="00B050"/>
                          </a:solidFill>
                        </a:rPr>
                        <a:t>() </a:t>
                      </a:r>
                    </a:p>
                    <a:p>
                      <a:endParaRPr lang="es-CL" dirty="0">
                        <a:solidFill>
                          <a:srgbClr val="00B050"/>
                        </a:solidFill>
                      </a:endParaRPr>
                    </a:p>
                    <a:p>
                      <a:r>
                        <a:rPr lang="es-CL" dirty="0">
                          <a:solidFill>
                            <a:srgbClr val="00B050"/>
                          </a:solidFill>
                        </a:rPr>
                        <a:t> </a:t>
                      </a:r>
                      <a:r>
                        <a:rPr lang="es-CL" dirty="0" err="1">
                          <a:solidFill>
                            <a:srgbClr val="00B050"/>
                          </a:solidFill>
                        </a:rPr>
                        <a:t>How</a:t>
                      </a:r>
                      <a:r>
                        <a:rPr lang="es-CL" dirty="0">
                          <a:solidFill>
                            <a:srgbClr val="00B050"/>
                          </a:solidFill>
                        </a:rPr>
                        <a:t> </a:t>
                      </a:r>
                      <a:r>
                        <a:rPr lang="es-CL" dirty="0" err="1">
                          <a:solidFill>
                            <a:srgbClr val="00B050"/>
                          </a:solidFill>
                        </a:rPr>
                        <a:t>many</a:t>
                      </a:r>
                      <a:r>
                        <a:rPr lang="es-CL" dirty="0">
                          <a:solidFill>
                            <a:srgbClr val="00B050"/>
                          </a:solidFill>
                        </a:rPr>
                        <a:t> K (</a:t>
                      </a:r>
                      <a:r>
                        <a:rPr lang="es-CL" dirty="0" err="1">
                          <a:solidFill>
                            <a:srgbClr val="00B050"/>
                          </a:solidFill>
                        </a:rPr>
                        <a:t>neighbours</a:t>
                      </a:r>
                      <a:r>
                        <a:rPr lang="es-CL" dirty="0">
                          <a:solidFill>
                            <a:srgbClr val="00B050"/>
                          </a:solidFill>
                        </a:rPr>
                        <a:t>) </a:t>
                      </a:r>
                      <a:r>
                        <a:rPr lang="es-CL" dirty="0" err="1">
                          <a:solidFill>
                            <a:srgbClr val="00B050"/>
                          </a:solidFill>
                        </a:rPr>
                        <a:t>we</a:t>
                      </a:r>
                      <a:r>
                        <a:rPr lang="es-CL" dirty="0">
                          <a:solidFill>
                            <a:srgbClr val="00B050"/>
                          </a:solidFill>
                        </a:rPr>
                        <a:t> </a:t>
                      </a:r>
                      <a:r>
                        <a:rPr lang="es-CL" dirty="0" err="1">
                          <a:solidFill>
                            <a:srgbClr val="00B050"/>
                          </a:solidFill>
                        </a:rPr>
                        <a:t>need</a:t>
                      </a:r>
                      <a:r>
                        <a:rPr lang="es-CL" dirty="0">
                          <a:solidFill>
                            <a:srgbClr val="00B050"/>
                          </a:solidFill>
                        </a:rPr>
                        <a:t> </a:t>
                      </a:r>
                      <a:r>
                        <a:rPr lang="es-CL" dirty="0" err="1">
                          <a:solidFill>
                            <a:srgbClr val="00B050"/>
                          </a:solidFill>
                        </a:rPr>
                        <a:t>to</a:t>
                      </a:r>
                      <a:r>
                        <a:rPr lang="es-CL" dirty="0">
                          <a:solidFill>
                            <a:srgbClr val="00B050"/>
                          </a:solidFill>
                        </a:rPr>
                        <a:t> </a:t>
                      </a:r>
                      <a:r>
                        <a:rPr lang="es-CL" dirty="0" err="1">
                          <a:solidFill>
                            <a:srgbClr val="00B050"/>
                          </a:solidFill>
                        </a:rPr>
                        <a:t>achive</a:t>
                      </a:r>
                      <a:r>
                        <a:rPr lang="es-CL" dirty="0">
                          <a:solidFill>
                            <a:srgbClr val="00B050"/>
                          </a:solidFill>
                        </a:rPr>
                        <a:t> </a:t>
                      </a:r>
                    </a:p>
                    <a:p>
                      <a:endParaRPr lang="es-CL" dirty="0">
                        <a:solidFill>
                          <a:srgbClr val="00B050"/>
                        </a:solidFill>
                      </a:endParaRPr>
                    </a:p>
                    <a:p>
                      <a:r>
                        <a:rPr lang="es-CL" dirty="0">
                          <a:solidFill>
                            <a:srgbClr val="00B050"/>
                          </a:solidFill>
                        </a:rPr>
                        <a:t>itmod1.mc.G.BIC %&gt;% </a:t>
                      </a:r>
                      <a:r>
                        <a:rPr lang="es-CL" dirty="0" err="1">
                          <a:solidFill>
                            <a:srgbClr val="00B050"/>
                          </a:solidFill>
                        </a:rPr>
                        <a:t>unlist</a:t>
                      </a:r>
                      <a:r>
                        <a:rPr lang="es-CL" dirty="0">
                          <a:solidFill>
                            <a:srgbClr val="00B050"/>
                          </a:solidFill>
                        </a:rPr>
                        <a:t>() %&gt;% </a:t>
                      </a:r>
                      <a:r>
                        <a:rPr lang="es-CL" dirty="0" err="1">
                          <a:solidFill>
                            <a:srgbClr val="00B050"/>
                          </a:solidFill>
                        </a:rPr>
                        <a:t>which.max</a:t>
                      </a:r>
                      <a:r>
                        <a:rPr lang="es-CL" dirty="0">
                          <a:solidFill>
                            <a:srgbClr val="00B050"/>
                          </a:solidFill>
                        </a:rPr>
                        <a:t>() %&gt;% </a:t>
                      </a:r>
                      <a:r>
                        <a:rPr lang="es-CL" dirty="0" err="1">
                          <a:solidFill>
                            <a:srgbClr val="00B050"/>
                          </a:solidFill>
                        </a:rPr>
                        <a:t>as.numeric</a:t>
                      </a:r>
                      <a:endParaRPr lang="es-CL" dirty="0">
                        <a:solidFill>
                          <a:srgbClr val="00B050"/>
                        </a:solidFill>
                      </a:endParaRPr>
                    </a:p>
                    <a:p>
                      <a:r>
                        <a:rPr lang="es-CL" dirty="0">
                          <a:solidFill>
                            <a:srgbClr val="00B050"/>
                          </a:solidFill>
                        </a:rPr>
                        <a:t># </a:t>
                      </a:r>
                      <a:r>
                        <a:rPr lang="es-CL" dirty="0" err="1">
                          <a:solidFill>
                            <a:srgbClr val="00B050"/>
                          </a:solidFill>
                        </a:rPr>
                        <a:t>this</a:t>
                      </a:r>
                      <a:r>
                        <a:rPr lang="es-CL" dirty="0">
                          <a:solidFill>
                            <a:srgbClr val="00B050"/>
                          </a:solidFill>
                        </a:rPr>
                        <a:t> shows </a:t>
                      </a:r>
                      <a:r>
                        <a:rPr lang="es-CL" dirty="0" err="1">
                          <a:solidFill>
                            <a:srgbClr val="00B050"/>
                          </a:solidFill>
                        </a:rPr>
                        <a:t>that</a:t>
                      </a:r>
                      <a:r>
                        <a:rPr lang="es-CL" dirty="0">
                          <a:solidFill>
                            <a:srgbClr val="00B050"/>
                          </a:solidFill>
                        </a:rPr>
                        <a:t> </a:t>
                      </a:r>
                      <a:r>
                        <a:rPr lang="es-CL" dirty="0" err="1">
                          <a:solidFill>
                            <a:srgbClr val="00B050"/>
                          </a:solidFill>
                        </a:rPr>
                        <a:t>the</a:t>
                      </a:r>
                      <a:r>
                        <a:rPr lang="es-CL" dirty="0">
                          <a:solidFill>
                            <a:srgbClr val="00B050"/>
                          </a:solidFill>
                        </a:rPr>
                        <a:t> </a:t>
                      </a:r>
                      <a:r>
                        <a:rPr lang="es-CL" dirty="0" err="1">
                          <a:solidFill>
                            <a:srgbClr val="00B050"/>
                          </a:solidFill>
                        </a:rPr>
                        <a:t>algorithm</a:t>
                      </a:r>
                      <a:r>
                        <a:rPr lang="es-CL" dirty="0">
                          <a:solidFill>
                            <a:srgbClr val="00B050"/>
                          </a:solidFill>
                        </a:rPr>
                        <a:t> </a:t>
                      </a:r>
                      <a:r>
                        <a:rPr lang="es-CL" dirty="0" err="1">
                          <a:solidFill>
                            <a:srgbClr val="00B050"/>
                          </a:solidFill>
                        </a:rPr>
                        <a:t>was</a:t>
                      </a:r>
                      <a:r>
                        <a:rPr lang="es-CL" dirty="0">
                          <a:solidFill>
                            <a:srgbClr val="00B050"/>
                          </a:solidFill>
                        </a:rPr>
                        <a:t> </a:t>
                      </a:r>
                      <a:r>
                        <a:rPr lang="es-CL" dirty="0" err="1">
                          <a:solidFill>
                            <a:srgbClr val="00B050"/>
                          </a:solidFill>
                        </a:rPr>
                        <a:t>right</a:t>
                      </a:r>
                      <a:r>
                        <a:rPr lang="es-CL" dirty="0">
                          <a:solidFill>
                            <a:srgbClr val="00B050"/>
                          </a:solidFill>
                        </a:rPr>
                        <a:t> in </a:t>
                      </a:r>
                      <a:r>
                        <a:rPr lang="es-CL" dirty="0" err="1">
                          <a:solidFill>
                            <a:srgbClr val="00B050"/>
                          </a:solidFill>
                        </a:rPr>
                        <a:t>the</a:t>
                      </a:r>
                      <a:r>
                        <a:rPr lang="es-CL" dirty="0">
                          <a:solidFill>
                            <a:srgbClr val="00B050"/>
                          </a:solidFill>
                        </a:rPr>
                        <a:t> </a:t>
                      </a:r>
                      <a:r>
                        <a:rPr lang="es-CL" dirty="0" err="1">
                          <a:solidFill>
                            <a:srgbClr val="00B050"/>
                          </a:solidFill>
                        </a:rPr>
                        <a:t>first</a:t>
                      </a:r>
                      <a:r>
                        <a:rPr lang="es-CL" dirty="0">
                          <a:solidFill>
                            <a:srgbClr val="00B050"/>
                          </a:solidFill>
                        </a:rPr>
                        <a:t> </a:t>
                      </a:r>
                      <a:r>
                        <a:rPr lang="es-CL" dirty="0" err="1">
                          <a:solidFill>
                            <a:srgbClr val="00B050"/>
                          </a:solidFill>
                        </a:rPr>
                        <a:t>attempt</a:t>
                      </a:r>
                      <a:endParaRPr lang="es-CL" dirty="0">
                        <a:solidFill>
                          <a:srgbClr val="00B050"/>
                        </a:solidFill>
                      </a:endParaRPr>
                    </a:p>
                    <a:p>
                      <a:endParaRPr lang="es-CL" dirty="0">
                        <a:solidFill>
                          <a:srgbClr val="00B050"/>
                        </a:solidFill>
                      </a:endParaRPr>
                    </a:p>
                  </a:txBody>
                  <a:tcPr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2412650"/>
                  </a:ext>
                </a:extLst>
              </a:tr>
            </a:tbl>
          </a:graphicData>
        </a:graphic>
      </p:graphicFrame>
      <p:sp>
        <p:nvSpPr>
          <p:cNvPr id="6" name="Rectángulo 5">
            <a:extLst>
              <a:ext uri="{FF2B5EF4-FFF2-40B4-BE49-F238E27FC236}">
                <a16:creationId xmlns:a16="http://schemas.microsoft.com/office/drawing/2014/main" id="{236A76F7-6CCB-A246-BD9A-884D4B5BD7E3}"/>
              </a:ext>
            </a:extLst>
          </p:cNvPr>
          <p:cNvSpPr/>
          <p:nvPr/>
        </p:nvSpPr>
        <p:spPr>
          <a:xfrm>
            <a:off x="332406" y="0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5400" b="1" cap="none" spc="0" dirty="0">
                <a:ln/>
                <a:solidFill>
                  <a:schemeClr val="accent4"/>
                </a:solidFill>
                <a:effectLst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046260562"/>
      </p:ext>
    </p:extLst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86FF823A-81C6-205E-B24A-CA66F23AEAEC}"/>
              </a:ext>
            </a:extLst>
          </p:cNvPr>
          <p:cNvSpPr/>
          <p:nvPr/>
        </p:nvSpPr>
        <p:spPr>
          <a:xfrm>
            <a:off x="4402562" y="-104775"/>
            <a:ext cx="167640" cy="720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3648901-DE28-90AC-D98A-27D591E81DA2}"/>
              </a:ext>
            </a:extLst>
          </p:cNvPr>
          <p:cNvSpPr/>
          <p:nvPr/>
        </p:nvSpPr>
        <p:spPr>
          <a:xfrm>
            <a:off x="6094651" y="-104775"/>
            <a:ext cx="167640" cy="720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2828E23-3D99-37BF-BFBE-F9677FBBF69D}"/>
              </a:ext>
            </a:extLst>
          </p:cNvPr>
          <p:cNvSpPr/>
          <p:nvPr/>
        </p:nvSpPr>
        <p:spPr>
          <a:xfrm>
            <a:off x="7786741" y="-170656"/>
            <a:ext cx="167640" cy="720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8524B60-F1ED-4D43-194B-2F420C7AD9BC}"/>
              </a:ext>
            </a:extLst>
          </p:cNvPr>
          <p:cNvSpPr/>
          <p:nvPr/>
        </p:nvSpPr>
        <p:spPr>
          <a:xfrm rot="16200000">
            <a:off x="6078722" y="5074470"/>
            <a:ext cx="199498" cy="3567059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B4F8339E-098F-FE50-50D1-C3248433EAFF}"/>
              </a:ext>
            </a:extLst>
          </p:cNvPr>
          <p:cNvSpPr txBox="1"/>
          <p:nvPr/>
        </p:nvSpPr>
        <p:spPr>
          <a:xfrm>
            <a:off x="1284409" y="4823456"/>
            <a:ext cx="10515600" cy="7078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s-CL" sz="2000" dirty="0" err="1"/>
              <a:t>McLachlan</a:t>
            </a:r>
            <a:r>
              <a:rPr lang="es-CL" sz="2000" dirty="0"/>
              <a:t> and </a:t>
            </a:r>
            <a:r>
              <a:rPr lang="es-CL" sz="2000" dirty="0" err="1"/>
              <a:t>Basford</a:t>
            </a:r>
            <a:r>
              <a:rPr lang="es-CL" sz="2000" dirty="0"/>
              <a:t> (1988) </a:t>
            </a:r>
            <a:r>
              <a:rPr lang="es-CL" sz="2000" dirty="0" err="1"/>
              <a:t>suggest</a:t>
            </a:r>
            <a:r>
              <a:rPr lang="es-CL" sz="2000" dirty="0"/>
              <a:t> </a:t>
            </a:r>
            <a:r>
              <a:rPr lang="es-CL" sz="2000" dirty="0" err="1"/>
              <a:t>choosing</a:t>
            </a:r>
            <a:r>
              <a:rPr lang="es-CL" sz="2000" dirty="0"/>
              <a:t> </a:t>
            </a:r>
            <a:r>
              <a:rPr lang="es-CL" sz="2000" dirty="0" err="1"/>
              <a:t>starting</a:t>
            </a:r>
            <a:r>
              <a:rPr lang="es-CL" sz="2000" dirty="0"/>
              <a:t> </a:t>
            </a:r>
            <a:r>
              <a:rPr lang="es-CL" sz="2000" dirty="0" err="1"/>
              <a:t>values</a:t>
            </a:r>
            <a:r>
              <a:rPr lang="es-CL" sz="2000" dirty="0"/>
              <a:t> in </a:t>
            </a:r>
            <a:r>
              <a:rPr lang="es-CL" sz="2000" dirty="0" err="1"/>
              <a:t>this</a:t>
            </a:r>
            <a:r>
              <a:rPr lang="es-CL" sz="2000" dirty="0"/>
              <a:t> </a:t>
            </a:r>
            <a:r>
              <a:rPr lang="es-CL" sz="2000" dirty="0" err="1"/>
              <a:t>way</a:t>
            </a:r>
            <a:r>
              <a:rPr lang="es-CL" sz="2000" dirty="0"/>
              <a:t>, </a:t>
            </a:r>
            <a:r>
              <a:rPr lang="es-CL" sz="2000" dirty="0" err="1"/>
              <a:t>with</a:t>
            </a:r>
            <a:r>
              <a:rPr lang="es-CL" sz="2000" dirty="0"/>
              <a:t> </a:t>
            </a:r>
            <a:r>
              <a:rPr lang="es-CL" sz="2000" dirty="0" err="1"/>
              <a:t>clusters</a:t>
            </a:r>
            <a:r>
              <a:rPr lang="es-CL" sz="2000" dirty="0"/>
              <a:t> </a:t>
            </a:r>
            <a:r>
              <a:rPr lang="es-CL" sz="2000" dirty="0" err="1"/>
              <a:t>generated</a:t>
            </a:r>
            <a:r>
              <a:rPr lang="es-CL" sz="2000" dirty="0"/>
              <a:t> </a:t>
            </a:r>
            <a:r>
              <a:rPr lang="es-CL" sz="2000" dirty="0" err="1"/>
              <a:t>by</a:t>
            </a:r>
            <a:r>
              <a:rPr lang="es-CL" sz="2000" dirty="0"/>
              <a:t> a </a:t>
            </a:r>
            <a:r>
              <a:rPr lang="es-CL" sz="2000" dirty="0" err="1"/>
              <a:t>clustering</a:t>
            </a:r>
            <a:r>
              <a:rPr lang="es-CL" sz="2000" dirty="0"/>
              <a:t> </a:t>
            </a:r>
            <a:r>
              <a:rPr lang="es-CL" sz="2000" dirty="0" err="1"/>
              <a:t>algorithm</a:t>
            </a:r>
            <a:r>
              <a:rPr lang="es-CL" sz="2000" dirty="0"/>
              <a:t>.</a:t>
            </a:r>
          </a:p>
        </p:txBody>
      </p:sp>
      <p:sp>
        <p:nvSpPr>
          <p:cNvPr id="15" name="Rectangle 1">
            <a:extLst>
              <a:ext uri="{FF2B5EF4-FFF2-40B4-BE49-F238E27FC236}">
                <a16:creationId xmlns:a16="http://schemas.microsoft.com/office/drawing/2014/main" id="{EAC4712B-A40B-C25F-39B5-BAA8F64D7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43619" y="494987"/>
            <a:ext cx="7319383" cy="307777"/>
          </a:xfrm>
          <a:prstGeom prst="rect">
            <a:avLst/>
          </a:prstGeom>
          <a:solidFill>
            <a:srgbClr val="B9B9B9"/>
          </a:solidFill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Lucida Console" panose="020B0609040504020204" pitchFamily="49" charset="0"/>
              </a:rPr>
              <a:t>Top 3 </a:t>
            </a:r>
            <a:r>
              <a:rPr kumimoji="0" lang="es-CL" altLang="es-CL" sz="2000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Lucida Console" panose="020B0609040504020204" pitchFamily="49" charset="0"/>
              </a:rPr>
              <a:t>models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kumimoji="0" lang="es-CL" altLang="es-CL" sz="2000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Lucida Console" panose="020B0609040504020204" pitchFamily="49" charset="0"/>
              </a:rPr>
              <a:t>based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kumimoji="0" lang="es-CL" altLang="es-CL" sz="2000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Lucida Console" panose="020B0609040504020204" pitchFamily="49" charset="0"/>
              </a:rPr>
              <a:t>on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kumimoji="0" lang="es-CL" altLang="es-CL" sz="2000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Lucida Console" panose="020B0609040504020204" pitchFamily="49" charset="0"/>
              </a:rPr>
              <a:t>the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Lucida Console" panose="020B0609040504020204" pitchFamily="49" charset="0"/>
              </a:rPr>
              <a:t> BIC </a:t>
            </a:r>
            <a:r>
              <a:rPr kumimoji="0" lang="es-CL" altLang="es-CL" sz="2000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Lucida Console" panose="020B0609040504020204" pitchFamily="49" charset="0"/>
              </a:rPr>
              <a:t>criterion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Lucida Console" panose="020B0609040504020204" pitchFamily="49" charset="0"/>
              </a:rPr>
              <a:t> MCLUST: 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24822286-A539-2626-8206-F5700A20CBB2}"/>
              </a:ext>
            </a:extLst>
          </p:cNvPr>
          <p:cNvSpPr txBox="1"/>
          <p:nvPr/>
        </p:nvSpPr>
        <p:spPr>
          <a:xfrm>
            <a:off x="3648180" y="1485969"/>
            <a:ext cx="1325879" cy="461665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L" altLang="es-CL" sz="2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Lucida Console" panose="020B0609040504020204" pitchFamily="49" charset="0"/>
              </a:rPr>
              <a:t>VVE,6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84C6D113-6F40-7D83-001F-B193A0EA87E5}"/>
              </a:ext>
            </a:extLst>
          </p:cNvPr>
          <p:cNvSpPr txBox="1"/>
          <p:nvPr/>
        </p:nvSpPr>
        <p:spPr>
          <a:xfrm>
            <a:off x="5434062" y="3490764"/>
            <a:ext cx="1538498" cy="369332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Lucida Console" panose="020B0609040504020204" pitchFamily="49" charset="0"/>
              </a:rPr>
              <a:t>-1858.504</a:t>
            </a:r>
            <a:endParaRPr kumimoji="0" lang="es-CL" altLang="es-CL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CuadroTexto 20">
            <a:extLst>
              <a:ext uri="{FF2B5EF4-FFF2-40B4-BE49-F238E27FC236}">
                <a16:creationId xmlns:a16="http://schemas.microsoft.com/office/drawing/2014/main" id="{D55381EF-3782-5838-82D9-3FD55F6DAA90}"/>
              </a:ext>
            </a:extLst>
          </p:cNvPr>
          <p:cNvSpPr txBox="1"/>
          <p:nvPr/>
        </p:nvSpPr>
        <p:spPr>
          <a:xfrm>
            <a:off x="3550018" y="2051997"/>
            <a:ext cx="1522201" cy="369332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algn="ctr"/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Lucida Console" panose="020B0609040504020204" pitchFamily="49" charset="0"/>
              </a:rPr>
              <a:t>-1814.103 </a:t>
            </a:r>
            <a:endParaRPr lang="es-CL" dirty="0"/>
          </a:p>
        </p:txBody>
      </p:sp>
      <p:sp>
        <p:nvSpPr>
          <p:cNvPr id="23" name="CuadroTexto 22">
            <a:extLst>
              <a:ext uri="{FF2B5EF4-FFF2-40B4-BE49-F238E27FC236}">
                <a16:creationId xmlns:a16="http://schemas.microsoft.com/office/drawing/2014/main" id="{9744EE28-62F6-E3AD-6902-62A7CB572483}"/>
              </a:ext>
            </a:extLst>
          </p:cNvPr>
          <p:cNvSpPr txBox="1"/>
          <p:nvPr/>
        </p:nvSpPr>
        <p:spPr>
          <a:xfrm>
            <a:off x="7049806" y="4100006"/>
            <a:ext cx="1523550" cy="369332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r>
              <a:rPr kumimoji="0" lang="es-CL" altLang="es-CL" sz="18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Lucida Console" panose="020B0609040504020204" pitchFamily="49" charset="0"/>
              </a:rPr>
              <a:t>-1877.978 </a:t>
            </a:r>
            <a:endParaRPr lang="es-CL" dirty="0"/>
          </a:p>
        </p:txBody>
      </p:sp>
      <p:sp>
        <p:nvSpPr>
          <p:cNvPr id="24" name="CuadroTexto 23">
            <a:extLst>
              <a:ext uri="{FF2B5EF4-FFF2-40B4-BE49-F238E27FC236}">
                <a16:creationId xmlns:a16="http://schemas.microsoft.com/office/drawing/2014/main" id="{BE2A0CFC-BAA1-C2B2-1336-EACCE1792C71}"/>
              </a:ext>
            </a:extLst>
          </p:cNvPr>
          <p:cNvSpPr txBox="1"/>
          <p:nvPr/>
        </p:nvSpPr>
        <p:spPr>
          <a:xfrm>
            <a:off x="5540372" y="2941230"/>
            <a:ext cx="1325879" cy="461665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L" altLang="es-CL" sz="2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Lucida Console" panose="020B0609040504020204" pitchFamily="49" charset="0"/>
              </a:rPr>
              <a:t>VVE,5</a:t>
            </a:r>
          </a:p>
        </p:txBody>
      </p:sp>
      <p:sp>
        <p:nvSpPr>
          <p:cNvPr id="25" name="CuadroTexto 24">
            <a:extLst>
              <a:ext uri="{FF2B5EF4-FFF2-40B4-BE49-F238E27FC236}">
                <a16:creationId xmlns:a16="http://schemas.microsoft.com/office/drawing/2014/main" id="{01465061-8D56-E419-AFB0-C487D35CCA18}"/>
              </a:ext>
            </a:extLst>
          </p:cNvPr>
          <p:cNvSpPr txBox="1"/>
          <p:nvPr/>
        </p:nvSpPr>
        <p:spPr>
          <a:xfrm>
            <a:off x="7148642" y="3550472"/>
            <a:ext cx="1325879" cy="461665"/>
          </a:xfrm>
          <a:prstGeom prst="rect">
            <a:avLst/>
          </a:prstGeom>
          <a:solidFill>
            <a:srgbClr val="0070C0"/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L" altLang="es-CL" sz="24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Lucida Console" panose="020B0609040504020204" pitchFamily="49" charset="0"/>
              </a:rPr>
              <a:t>VVE,8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C7EE008D-4609-D762-DBDE-251D1EA784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8487" y="817768"/>
            <a:ext cx="2642989" cy="2642989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4946AA66-4380-68AE-5388-4A651E9DAAF6}"/>
              </a:ext>
            </a:extLst>
          </p:cNvPr>
          <p:cNvSpPr/>
          <p:nvPr/>
        </p:nvSpPr>
        <p:spPr>
          <a:xfrm>
            <a:off x="332406" y="0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5400" b="1" cap="none" spc="0" dirty="0">
                <a:ln/>
                <a:solidFill>
                  <a:schemeClr val="accent4"/>
                </a:solidFill>
                <a:effectLst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583571517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86FF823A-81C6-205E-B24A-CA66F23AEAEC}"/>
              </a:ext>
            </a:extLst>
          </p:cNvPr>
          <p:cNvSpPr/>
          <p:nvPr/>
        </p:nvSpPr>
        <p:spPr>
          <a:xfrm>
            <a:off x="4402562" y="-104775"/>
            <a:ext cx="167640" cy="720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3648901-DE28-90AC-D98A-27D591E81DA2}"/>
              </a:ext>
            </a:extLst>
          </p:cNvPr>
          <p:cNvSpPr/>
          <p:nvPr/>
        </p:nvSpPr>
        <p:spPr>
          <a:xfrm>
            <a:off x="6094651" y="-104775"/>
            <a:ext cx="167640" cy="720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2828E23-3D99-37BF-BFBE-F9677FBBF69D}"/>
              </a:ext>
            </a:extLst>
          </p:cNvPr>
          <p:cNvSpPr/>
          <p:nvPr/>
        </p:nvSpPr>
        <p:spPr>
          <a:xfrm>
            <a:off x="7786741" y="-170656"/>
            <a:ext cx="167640" cy="720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AEB2A9-6ACF-938F-082C-2F81B1CF05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2751" y="724757"/>
            <a:ext cx="6179080" cy="307777"/>
          </a:xfrm>
          <a:prstGeom prst="rect">
            <a:avLst/>
          </a:prstGeom>
          <a:solidFill>
            <a:srgbClr val="B9B9B9"/>
          </a:solidFill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CL" sz="2000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Lucida Console" panose="020B0609040504020204" pitchFamily="49" charset="0"/>
              </a:rPr>
              <a:t>Hidden</a:t>
            </a:r>
            <a:r>
              <a:rPr kumimoji="0" lang="es-MX" altLang="es-CL" sz="20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kumimoji="0" lang="es-MX" altLang="es-CL" sz="2000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Lucida Console" panose="020B0609040504020204" pitchFamily="49" charset="0"/>
              </a:rPr>
              <a:t>States</a:t>
            </a:r>
            <a:r>
              <a:rPr kumimoji="0" lang="es-MX" altLang="es-CL" sz="20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Lucida Console" panose="020B0609040504020204" pitchFamily="49" charset="0"/>
              </a:rPr>
              <a:t> gaussianas</a:t>
            </a:r>
            <a:endParaRPr kumimoji="0" lang="es-CL" altLang="es-CL" sz="2000" b="0" i="0" u="none" strike="noStrike" cap="none" normalizeH="0" baseline="0" dirty="0">
              <a:ln>
                <a:noFill/>
              </a:ln>
              <a:solidFill>
                <a:srgbClr val="F8F8F2"/>
              </a:solidFill>
              <a:effectLst/>
              <a:latin typeface="Lucida Console" panose="020B0609040504020204" pitchFamily="49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56282FB-5B19-94A2-D604-21CA43649A0F}"/>
              </a:ext>
            </a:extLst>
          </p:cNvPr>
          <p:cNvSpPr/>
          <p:nvPr/>
        </p:nvSpPr>
        <p:spPr>
          <a:xfrm>
            <a:off x="332406" y="0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5400" b="1" cap="none" spc="0" dirty="0">
                <a:ln/>
                <a:solidFill>
                  <a:schemeClr val="accent4"/>
                </a:solidFill>
                <a:effectLst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523384061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78D730-4232-B529-145C-7B78F87167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What are EXACTLY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clusters</a:t>
            </a:r>
            <a:r>
              <a:rPr lang="es-ES" dirty="0"/>
              <a:t>? MEANING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91B518F-39F3-31F0-4ABC-F55E020D0C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4D50740C-A081-9C42-7007-538C2851C0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0834" y="1634504"/>
            <a:ext cx="9070331" cy="4733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2114026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86FF823A-81C6-205E-B24A-CA66F23AEAEC}"/>
              </a:ext>
            </a:extLst>
          </p:cNvPr>
          <p:cNvSpPr/>
          <p:nvPr/>
        </p:nvSpPr>
        <p:spPr>
          <a:xfrm>
            <a:off x="4402562" y="-104775"/>
            <a:ext cx="167640" cy="720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3648901-DE28-90AC-D98A-27D591E81DA2}"/>
              </a:ext>
            </a:extLst>
          </p:cNvPr>
          <p:cNvSpPr/>
          <p:nvPr/>
        </p:nvSpPr>
        <p:spPr>
          <a:xfrm>
            <a:off x="6094651" y="-104775"/>
            <a:ext cx="167640" cy="720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2828E23-3D99-37BF-BFBE-F9677FBBF69D}"/>
              </a:ext>
            </a:extLst>
          </p:cNvPr>
          <p:cNvSpPr/>
          <p:nvPr/>
        </p:nvSpPr>
        <p:spPr>
          <a:xfrm>
            <a:off x="7786741" y="-170656"/>
            <a:ext cx="167640" cy="720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659679B-F973-92A2-5E1B-49455AF69B52}"/>
              </a:ext>
            </a:extLst>
          </p:cNvPr>
          <p:cNvSpPr/>
          <p:nvPr/>
        </p:nvSpPr>
        <p:spPr>
          <a:xfrm>
            <a:off x="64705" y="0"/>
            <a:ext cx="107112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5400" b="1" cap="none" spc="0" dirty="0">
                <a:ln/>
                <a:solidFill>
                  <a:schemeClr val="accent4"/>
                </a:solidFill>
                <a:effectLst/>
              </a:rPr>
              <a:t>6.2</a:t>
            </a:r>
          </a:p>
        </p:txBody>
      </p:sp>
      <p:sp>
        <p:nvSpPr>
          <p:cNvPr id="6" name="Título 1">
            <a:extLst>
              <a:ext uri="{FF2B5EF4-FFF2-40B4-BE49-F238E27FC236}">
                <a16:creationId xmlns:a16="http://schemas.microsoft.com/office/drawing/2014/main" id="{EEB1E8AD-F5DE-24AA-87F4-B542AFEB2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s-ES" dirty="0"/>
              <a:t>What are EXACTLY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clusters</a:t>
            </a:r>
            <a:r>
              <a:rPr lang="es-ES" dirty="0"/>
              <a:t>? INDIVIDUAL GRAPHS (pon 4 </a:t>
            </a:r>
            <a:r>
              <a:rPr lang="es-ES" dirty="0" err="1"/>
              <a:t>scatter</a:t>
            </a:r>
            <a:r>
              <a:rPr lang="es-ES" dirty="0"/>
              <a:t> </a:t>
            </a:r>
            <a:r>
              <a:rPr lang="es-ES" dirty="0" err="1"/>
              <a:t>plots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18461505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86FF823A-81C6-205E-B24A-CA66F23AEAEC}"/>
              </a:ext>
            </a:extLst>
          </p:cNvPr>
          <p:cNvSpPr/>
          <p:nvPr/>
        </p:nvSpPr>
        <p:spPr>
          <a:xfrm>
            <a:off x="4402562" y="-104775"/>
            <a:ext cx="167640" cy="720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3648901-DE28-90AC-D98A-27D591E81DA2}"/>
              </a:ext>
            </a:extLst>
          </p:cNvPr>
          <p:cNvSpPr/>
          <p:nvPr/>
        </p:nvSpPr>
        <p:spPr>
          <a:xfrm>
            <a:off x="6094651" y="-104775"/>
            <a:ext cx="167640" cy="720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2828E23-3D99-37BF-BFBE-F9677FBBF69D}"/>
              </a:ext>
            </a:extLst>
          </p:cNvPr>
          <p:cNvSpPr/>
          <p:nvPr/>
        </p:nvSpPr>
        <p:spPr>
          <a:xfrm>
            <a:off x="7786741" y="-170656"/>
            <a:ext cx="167640" cy="720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AEB2A9-6ACF-938F-082C-2F81B1CF05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2751" y="724757"/>
            <a:ext cx="6179080" cy="307777"/>
          </a:xfrm>
          <a:prstGeom prst="rect">
            <a:avLst/>
          </a:prstGeom>
          <a:solidFill>
            <a:srgbClr val="B9B9B9"/>
          </a:solidFill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MX" altLang="es-CL" sz="2000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Lucida Console" panose="020B0609040504020204" pitchFamily="49" charset="0"/>
              </a:rPr>
              <a:t>Some</a:t>
            </a:r>
            <a:r>
              <a:rPr kumimoji="0" lang="es-MX" altLang="es-CL" sz="20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kumimoji="0" lang="es-MX" altLang="es-CL" sz="2000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Lucida Console" panose="020B0609040504020204" pitchFamily="49" charset="0"/>
              </a:rPr>
              <a:t>important</a:t>
            </a:r>
            <a:r>
              <a:rPr kumimoji="0" lang="es-MX" altLang="es-CL" sz="20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kumimoji="0" lang="es-MX" altLang="es-CL" sz="2000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Lucida Console" panose="020B0609040504020204" pitchFamily="49" charset="0"/>
              </a:rPr>
              <a:t>functions</a:t>
            </a:r>
            <a:endParaRPr kumimoji="0" lang="es-CL" altLang="es-CL" sz="2000" b="0" i="0" u="none" strike="noStrike" cap="none" normalizeH="0" baseline="0" dirty="0">
              <a:ln>
                <a:noFill/>
              </a:ln>
              <a:solidFill>
                <a:srgbClr val="F8F8F2"/>
              </a:solidFill>
              <a:effectLst/>
              <a:latin typeface="Lucida Console" panose="020B0609040504020204" pitchFamily="49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156282FB-5B19-94A2-D604-21CA43649A0F}"/>
              </a:ext>
            </a:extLst>
          </p:cNvPr>
          <p:cNvSpPr/>
          <p:nvPr/>
        </p:nvSpPr>
        <p:spPr>
          <a:xfrm>
            <a:off x="332406" y="0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5400" b="1" cap="none" spc="0" dirty="0">
                <a:ln/>
                <a:solidFill>
                  <a:schemeClr val="accent4"/>
                </a:solidFill>
                <a:effectLst/>
              </a:rPr>
              <a:t>7</a:t>
            </a: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F7C1B2FE-1AEF-2EE6-760E-9BD7246B5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406" y="1556617"/>
            <a:ext cx="5106113" cy="3877216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D5271AE5-07A4-9FA2-EB98-8E6429290B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2011" y="1985236"/>
            <a:ext cx="3939640" cy="3019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6237549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86FF823A-81C6-205E-B24A-CA66F23AEAEC}"/>
              </a:ext>
            </a:extLst>
          </p:cNvPr>
          <p:cNvSpPr/>
          <p:nvPr/>
        </p:nvSpPr>
        <p:spPr>
          <a:xfrm>
            <a:off x="4402562" y="-104775"/>
            <a:ext cx="167640" cy="720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3648901-DE28-90AC-D98A-27D591E81DA2}"/>
              </a:ext>
            </a:extLst>
          </p:cNvPr>
          <p:cNvSpPr/>
          <p:nvPr/>
        </p:nvSpPr>
        <p:spPr>
          <a:xfrm>
            <a:off x="6094651" y="-104775"/>
            <a:ext cx="167640" cy="720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2828E23-3D99-37BF-BFBE-F9677FBBF69D}"/>
              </a:ext>
            </a:extLst>
          </p:cNvPr>
          <p:cNvSpPr/>
          <p:nvPr/>
        </p:nvSpPr>
        <p:spPr>
          <a:xfrm>
            <a:off x="7786741" y="-170656"/>
            <a:ext cx="167640" cy="720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AEB2A9-6ACF-938F-082C-2F81B1CF05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2751" y="724757"/>
            <a:ext cx="6179080" cy="307777"/>
          </a:xfrm>
          <a:prstGeom prst="rect">
            <a:avLst/>
          </a:prstGeom>
          <a:solidFill>
            <a:srgbClr val="B9B9B9"/>
          </a:solidFill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s-MX" altLang="es-CL" sz="2000" dirty="0">
                <a:solidFill>
                  <a:srgbClr val="F8F8F2"/>
                </a:solidFill>
                <a:latin typeface="Lucida Console" panose="020B0609040504020204" pitchFamily="49" charset="0"/>
              </a:rPr>
              <a:t>Gaussian </a:t>
            </a:r>
            <a:r>
              <a:rPr lang="es-MX" altLang="es-CL" sz="2000" dirty="0" err="1">
                <a:solidFill>
                  <a:srgbClr val="F8F8F2"/>
                </a:solidFill>
                <a:latin typeface="Lucida Console" panose="020B0609040504020204" pitchFamily="49" charset="0"/>
              </a:rPr>
              <a:t>Model</a:t>
            </a:r>
            <a:r>
              <a:rPr lang="es-MX" altLang="es-CL" sz="2000" dirty="0">
                <a:solidFill>
                  <a:srgbClr val="F8F8F2"/>
                </a:solidFill>
                <a:latin typeface="Lucida Console" panose="020B0609040504020204" pitchFamily="49" charset="0"/>
              </a:rPr>
              <a:t> and </a:t>
            </a:r>
            <a:r>
              <a:rPr lang="es-MX" altLang="es-CL" sz="2000" dirty="0" err="1">
                <a:solidFill>
                  <a:srgbClr val="F8F8F2"/>
                </a:solidFill>
                <a:latin typeface="Lucida Console" panose="020B0609040504020204" pitchFamily="49" charset="0"/>
              </a:rPr>
              <a:t>its</a:t>
            </a:r>
            <a:r>
              <a:rPr lang="es-MX" altLang="es-CL" sz="2000" dirty="0">
                <a:solidFill>
                  <a:srgbClr val="F8F8F2"/>
                </a:solidFill>
                <a:latin typeface="Lucida Console" panose="020B0609040504020204" pitchFamily="49" charset="0"/>
              </a:rPr>
              <a:t> </a:t>
            </a:r>
            <a:r>
              <a:rPr lang="es-MX" altLang="es-CL" sz="2000" dirty="0" err="1">
                <a:solidFill>
                  <a:srgbClr val="F8F8F2"/>
                </a:solidFill>
                <a:latin typeface="Lucida Console" panose="020B0609040504020204" pitchFamily="49" charset="0"/>
              </a:rPr>
              <a:t>importance</a:t>
            </a:r>
            <a:r>
              <a:rPr lang="es-MX" altLang="es-CL" sz="2000" dirty="0">
                <a:solidFill>
                  <a:srgbClr val="F8F8F2"/>
                </a:solidFill>
                <a:latin typeface="Lucida Console" panose="020B0609040504020204" pitchFamily="49" charset="0"/>
              </a:rPr>
              <a:t> </a:t>
            </a:r>
            <a:r>
              <a:rPr lang="es-MX" altLang="es-CL" sz="2000" dirty="0" err="1">
                <a:solidFill>
                  <a:srgbClr val="F8F8F2"/>
                </a:solidFill>
                <a:latin typeface="Lucida Console" panose="020B0609040504020204" pitchFamily="49" charset="0"/>
              </a:rPr>
              <a:t>fran</a:t>
            </a:r>
            <a:endParaRPr kumimoji="0" lang="es-CL" altLang="es-CL" sz="2000" b="0" i="0" u="none" strike="noStrike" cap="none" normalizeH="0" baseline="0" dirty="0">
              <a:ln>
                <a:noFill/>
              </a:ln>
              <a:solidFill>
                <a:srgbClr val="F8F8F2"/>
              </a:solidFill>
              <a:effectLst/>
              <a:latin typeface="Lucida Console" panose="020B0609040504020204" pitchFamily="49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8981CF0-B35A-CE1E-FB0D-439F1A8CE684}"/>
              </a:ext>
            </a:extLst>
          </p:cNvPr>
          <p:cNvSpPr/>
          <p:nvPr/>
        </p:nvSpPr>
        <p:spPr>
          <a:xfrm>
            <a:off x="332406" y="0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5400" b="1" cap="none" spc="0" dirty="0">
                <a:ln/>
                <a:solidFill>
                  <a:schemeClr val="accent4"/>
                </a:solidFill>
                <a:effectLst/>
              </a:rPr>
              <a:t>8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C1E21C91-8765-7B09-1DB6-F5D723B68683}"/>
              </a:ext>
            </a:extLst>
          </p:cNvPr>
          <p:cNvSpPr txBox="1"/>
          <p:nvPr/>
        </p:nvSpPr>
        <p:spPr>
          <a:xfrm>
            <a:off x="3046751" y="3001063"/>
            <a:ext cx="60935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dirty="0"/>
              <a:t>“</a:t>
            </a:r>
            <a:r>
              <a:rPr lang="es-ES" dirty="0" err="1"/>
              <a:t>Since</a:t>
            </a:r>
            <a:r>
              <a:rPr lang="es-ES" dirty="0"/>
              <a:t> </a:t>
            </a:r>
            <a:r>
              <a:rPr lang="es-ES" dirty="0" err="1"/>
              <a:t>we</a:t>
            </a:r>
            <a:r>
              <a:rPr lang="es-ES" dirty="0"/>
              <a:t> </a:t>
            </a:r>
            <a:r>
              <a:rPr lang="es-ES" dirty="0" err="1"/>
              <a:t>perform</a:t>
            </a:r>
            <a:r>
              <a:rPr lang="es-ES" dirty="0"/>
              <a:t> </a:t>
            </a:r>
            <a:r>
              <a:rPr lang="es-ES" dirty="0" err="1"/>
              <a:t>our</a:t>
            </a:r>
            <a:r>
              <a:rPr lang="es-ES" dirty="0"/>
              <a:t> analysis </a:t>
            </a:r>
            <a:r>
              <a:rPr lang="es-ES" dirty="0" err="1"/>
              <a:t>on</a:t>
            </a:r>
            <a:r>
              <a:rPr lang="es-ES" dirty="0"/>
              <a:t> log-</a:t>
            </a:r>
            <a:r>
              <a:rPr lang="es-ES" dirty="0" err="1"/>
              <a:t>transformed</a:t>
            </a:r>
            <a:r>
              <a:rPr lang="es-ES" dirty="0"/>
              <a:t> data,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selection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Gaussian </a:t>
            </a:r>
            <a:r>
              <a:rPr lang="es-ES" dirty="0" err="1"/>
              <a:t>conditional</a:t>
            </a:r>
            <a:r>
              <a:rPr lang="es-ES" dirty="0"/>
              <a:t> </a:t>
            </a:r>
            <a:r>
              <a:rPr lang="es-ES" dirty="0" err="1"/>
              <a:t>distributions</a:t>
            </a:r>
            <a:r>
              <a:rPr lang="es-ES" dirty="0"/>
              <a:t> </a:t>
            </a:r>
            <a:r>
              <a:rPr lang="es-ES" dirty="0" err="1"/>
              <a:t>for</a:t>
            </a:r>
            <a:r>
              <a:rPr lang="es-ES" dirty="0"/>
              <a:t> </a:t>
            </a:r>
            <a:r>
              <a:rPr lang="es-ES" dirty="0" err="1"/>
              <a:t>our</a:t>
            </a:r>
            <a:r>
              <a:rPr lang="es-ES" dirty="0"/>
              <a:t> HMM </a:t>
            </a:r>
            <a:r>
              <a:rPr lang="es-ES" dirty="0" err="1"/>
              <a:t>seems</a:t>
            </a:r>
            <a:r>
              <a:rPr lang="es-ES" dirty="0"/>
              <a:t> </a:t>
            </a:r>
            <a:r>
              <a:rPr lang="es-ES" dirty="0" err="1"/>
              <a:t>suitable</a:t>
            </a:r>
            <a:r>
              <a:rPr lang="es-ES" dirty="0"/>
              <a:t>.” (</a:t>
            </a:r>
            <a:r>
              <a:rPr lang="es-ES" dirty="0" err="1"/>
              <a:t>Maruotti</a:t>
            </a:r>
            <a:r>
              <a:rPr lang="es-ES" dirty="0"/>
              <a:t> et al., 2017)</a:t>
            </a:r>
          </a:p>
        </p:txBody>
      </p:sp>
    </p:spTree>
    <p:extLst>
      <p:ext uri="{BB962C8B-B14F-4D97-AF65-F5344CB8AC3E}">
        <p14:creationId xmlns:p14="http://schemas.microsoft.com/office/powerpoint/2010/main" val="223274179"/>
      </p:ext>
    </p:extLst>
  </p:cSld>
  <p:clrMapOvr>
    <a:masterClrMapping/>
  </p:clrMapOvr>
  <p:transition spd="slow">
    <p:push dir="u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02DB31-137D-6AD7-F337-6D19E0E07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Results</a:t>
            </a:r>
            <a:r>
              <a:rPr lang="es-ES" dirty="0"/>
              <a:t> </a:t>
            </a:r>
            <a:r>
              <a:rPr lang="es-ES" dirty="0" err="1"/>
              <a:t>of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HMM</a:t>
            </a:r>
          </a:p>
        </p:txBody>
      </p:sp>
      <p:pic>
        <p:nvPicPr>
          <p:cNvPr id="7" name="Marcador de contenido 6">
            <a:extLst>
              <a:ext uri="{FF2B5EF4-FFF2-40B4-BE49-F238E27FC236}">
                <a16:creationId xmlns:a16="http://schemas.microsoft.com/office/drawing/2014/main" id="{672CA6CB-BFAD-506B-990D-3BC533DA1C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5736" y="4081377"/>
            <a:ext cx="6916115" cy="1829055"/>
          </a:xfr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6385C9D4-69DD-36C7-8CD2-C8A5A32B061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9785" y="1890531"/>
            <a:ext cx="5944430" cy="199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0627263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86FF823A-81C6-205E-B24A-CA66F23AEAEC}"/>
              </a:ext>
            </a:extLst>
          </p:cNvPr>
          <p:cNvSpPr/>
          <p:nvPr/>
        </p:nvSpPr>
        <p:spPr>
          <a:xfrm>
            <a:off x="4402562" y="-104775"/>
            <a:ext cx="167640" cy="720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3648901-DE28-90AC-D98A-27D591E81DA2}"/>
              </a:ext>
            </a:extLst>
          </p:cNvPr>
          <p:cNvSpPr/>
          <p:nvPr/>
        </p:nvSpPr>
        <p:spPr>
          <a:xfrm>
            <a:off x="6094651" y="-104775"/>
            <a:ext cx="167640" cy="720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2828E23-3D99-37BF-BFBE-F9677FBBF69D}"/>
              </a:ext>
            </a:extLst>
          </p:cNvPr>
          <p:cNvSpPr/>
          <p:nvPr/>
        </p:nvSpPr>
        <p:spPr>
          <a:xfrm>
            <a:off x="7786741" y="-170656"/>
            <a:ext cx="167640" cy="720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28524B60-F1ED-4D43-194B-2F420C7AD9BC}"/>
              </a:ext>
            </a:extLst>
          </p:cNvPr>
          <p:cNvSpPr/>
          <p:nvPr/>
        </p:nvSpPr>
        <p:spPr>
          <a:xfrm rot="16200000">
            <a:off x="6078722" y="5074470"/>
            <a:ext cx="199498" cy="3567059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5EFA8D53-7993-5A7E-9A64-42AE210358B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47141D-53F9-87D4-92D7-8851E11B4F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5111" y="6125594"/>
            <a:ext cx="6179080" cy="615553"/>
          </a:xfrm>
          <a:prstGeom prst="rect">
            <a:avLst/>
          </a:prstGeom>
          <a:solidFill>
            <a:srgbClr val="B9B9B9"/>
          </a:solidFill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s-MX" altLang="es-CL" sz="2000" dirty="0" err="1">
                <a:solidFill>
                  <a:srgbClr val="F8F8F2"/>
                </a:solidFill>
                <a:latin typeface="Lucida Console" panose="020B0609040504020204" pitchFamily="49" charset="0"/>
              </a:rPr>
              <a:t>Clusterization</a:t>
            </a:r>
            <a:r>
              <a:rPr lang="es-MX" altLang="es-CL" sz="2000" dirty="0">
                <a:solidFill>
                  <a:srgbClr val="F8F8F2"/>
                </a:solidFill>
                <a:latin typeface="Lucida Console" panose="020B0609040504020204" pitchFamily="49" charset="0"/>
              </a:rPr>
              <a:t> </a:t>
            </a:r>
            <a:r>
              <a:rPr lang="es-MX" altLang="es-CL" sz="2000" dirty="0" err="1">
                <a:solidFill>
                  <a:srgbClr val="F8F8F2"/>
                </a:solidFill>
                <a:latin typeface="Lucida Console" panose="020B0609040504020204" pitchFamily="49" charset="0"/>
              </a:rPr>
              <a:t>is</a:t>
            </a:r>
            <a:r>
              <a:rPr lang="es-MX" altLang="es-CL" sz="2000" dirty="0">
                <a:solidFill>
                  <a:srgbClr val="F8F8F2"/>
                </a:solidFill>
                <a:latin typeface="Lucida Console" panose="020B0609040504020204" pitchFamily="49" charset="0"/>
              </a:rPr>
              <a:t> </a:t>
            </a:r>
            <a:r>
              <a:rPr lang="es-MX" altLang="es-CL" sz="2000" dirty="0" err="1">
                <a:solidFill>
                  <a:srgbClr val="F8F8F2"/>
                </a:solidFill>
                <a:latin typeface="Lucida Console" panose="020B0609040504020204" pitchFamily="49" charset="0"/>
              </a:rPr>
              <a:t>almost</a:t>
            </a:r>
            <a:r>
              <a:rPr lang="es-MX" altLang="es-CL" sz="2000" dirty="0">
                <a:solidFill>
                  <a:srgbClr val="F8F8F2"/>
                </a:solidFill>
                <a:latin typeface="Lucida Console" panose="020B0609040504020204" pitchFamily="49" charset="0"/>
              </a:rPr>
              <a:t> </a:t>
            </a:r>
            <a:r>
              <a:rPr lang="es-MX" altLang="es-CL" sz="2000" dirty="0" err="1">
                <a:solidFill>
                  <a:srgbClr val="F8F8F2"/>
                </a:solidFill>
                <a:latin typeface="Lucida Console" panose="020B0609040504020204" pitchFamily="49" charset="0"/>
              </a:rPr>
              <a:t>the</a:t>
            </a:r>
            <a:r>
              <a:rPr lang="es-MX" altLang="es-CL" sz="2000" dirty="0">
                <a:solidFill>
                  <a:srgbClr val="F8F8F2"/>
                </a:solidFill>
                <a:latin typeface="Lucida Console" panose="020B0609040504020204" pitchFamily="49" charset="0"/>
              </a:rPr>
              <a:t> </a:t>
            </a:r>
            <a:r>
              <a:rPr lang="es-MX" altLang="es-CL" sz="2000" dirty="0" err="1">
                <a:solidFill>
                  <a:srgbClr val="F8F8F2"/>
                </a:solidFill>
                <a:latin typeface="Lucida Console" panose="020B0609040504020204" pitchFamily="49" charset="0"/>
              </a:rPr>
              <a:t>same</a:t>
            </a:r>
            <a:r>
              <a:rPr lang="es-MX" altLang="es-CL" sz="2000" dirty="0">
                <a:solidFill>
                  <a:srgbClr val="F8F8F2"/>
                </a:solidFill>
                <a:latin typeface="Lucida Console" panose="020B0609040504020204" pitchFamily="49" charset="0"/>
              </a:rPr>
              <a:t> </a:t>
            </a:r>
            <a:r>
              <a:rPr lang="es-MX" altLang="es-CL" sz="2000" dirty="0" err="1">
                <a:solidFill>
                  <a:srgbClr val="F8F8F2"/>
                </a:solidFill>
                <a:latin typeface="Lucida Console" panose="020B0609040504020204" pitchFamily="49" charset="0"/>
              </a:rPr>
              <a:t>between</a:t>
            </a:r>
            <a:r>
              <a:rPr lang="es-MX" altLang="es-CL" sz="2000" dirty="0">
                <a:solidFill>
                  <a:srgbClr val="F8F8F2"/>
                </a:solidFill>
                <a:latin typeface="Lucida Console" panose="020B0609040504020204" pitchFamily="49" charset="0"/>
              </a:rPr>
              <a:t> MCLUST &amp; HMM</a:t>
            </a:r>
            <a:endParaRPr kumimoji="0" lang="es-CL" altLang="es-CL" sz="2000" b="0" i="0" u="none" strike="noStrike" cap="none" normalizeH="0" baseline="0" dirty="0">
              <a:ln>
                <a:noFill/>
              </a:ln>
              <a:solidFill>
                <a:srgbClr val="F8F8F2"/>
              </a:solidFill>
              <a:effectLst/>
              <a:latin typeface="Lucida Console" panose="020B0609040504020204" pitchFamily="49" charset="0"/>
            </a:endParaRP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57EBA459-D924-9A0F-C03E-00DF5087A5DB}"/>
              </a:ext>
            </a:extLst>
          </p:cNvPr>
          <p:cNvSpPr/>
          <p:nvPr/>
        </p:nvSpPr>
        <p:spPr>
          <a:xfrm>
            <a:off x="332406" y="0"/>
            <a:ext cx="53572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5400" b="1" cap="none" spc="0" dirty="0">
                <a:ln/>
                <a:solidFill>
                  <a:schemeClr val="accent4"/>
                </a:solidFill>
                <a:effectLst/>
              </a:rPr>
              <a:t>9</a:t>
            </a:r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1A25AF75-A712-C642-F5F3-17E2FBBEFD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393" y="923330"/>
            <a:ext cx="10648013" cy="5004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205206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CFC7127-7312-D92D-50E8-1750D2EA0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err="1"/>
              <a:t>Categorization</a:t>
            </a:r>
            <a:r>
              <a:rPr lang="es-ES" dirty="0"/>
              <a:t> – Library(</a:t>
            </a:r>
            <a:r>
              <a:rPr lang="es-ES" dirty="0" err="1"/>
              <a:t>caret</a:t>
            </a:r>
            <a:r>
              <a:rPr lang="es-ES" dirty="0"/>
              <a:t>) </a:t>
            </a:r>
            <a:r>
              <a:rPr lang="es-ES" dirty="0" err="1"/>
              <a:t>to</a:t>
            </a:r>
            <a:r>
              <a:rPr lang="es-ES" dirty="0"/>
              <a:t> </a:t>
            </a:r>
            <a:r>
              <a:rPr lang="es-ES" dirty="0" err="1"/>
              <a:t>the</a:t>
            </a:r>
            <a:r>
              <a:rPr lang="es-ES" dirty="0"/>
              <a:t> </a:t>
            </a:r>
            <a:r>
              <a:rPr lang="es-ES" dirty="0" err="1"/>
              <a:t>rescue</a:t>
            </a:r>
            <a:r>
              <a:rPr lang="es-ES" dirty="0"/>
              <a:t>!!</a:t>
            </a:r>
          </a:p>
        </p:txBody>
      </p:sp>
      <p:pic>
        <p:nvPicPr>
          <p:cNvPr id="5" name="Marcador de contenido 4">
            <a:extLst>
              <a:ext uri="{FF2B5EF4-FFF2-40B4-BE49-F238E27FC236}">
                <a16:creationId xmlns:a16="http://schemas.microsoft.com/office/drawing/2014/main" id="{DC2CADF6-FF28-EA2C-0C21-4C076CDD0D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83052" y="1840590"/>
            <a:ext cx="8425896" cy="2129194"/>
          </a:xfrm>
        </p:spPr>
      </p:pic>
    </p:spTree>
    <p:extLst>
      <p:ext uri="{BB962C8B-B14F-4D97-AF65-F5344CB8AC3E}">
        <p14:creationId xmlns:p14="http://schemas.microsoft.com/office/powerpoint/2010/main" val="2969139679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2">
            <a:extLst>
              <a:ext uri="{FF2B5EF4-FFF2-40B4-BE49-F238E27FC236}">
                <a16:creationId xmlns:a16="http://schemas.microsoft.com/office/drawing/2014/main" id="{86FF823A-81C6-205E-B24A-CA66F23AEAEC}"/>
              </a:ext>
            </a:extLst>
          </p:cNvPr>
          <p:cNvSpPr/>
          <p:nvPr/>
        </p:nvSpPr>
        <p:spPr>
          <a:xfrm>
            <a:off x="4402562" y="-104775"/>
            <a:ext cx="167640" cy="720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3648901-DE28-90AC-D98A-27D591E81DA2}"/>
              </a:ext>
            </a:extLst>
          </p:cNvPr>
          <p:cNvSpPr/>
          <p:nvPr/>
        </p:nvSpPr>
        <p:spPr>
          <a:xfrm>
            <a:off x="6094651" y="-104775"/>
            <a:ext cx="167640" cy="720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2828E23-3D99-37BF-BFBE-F9677FBBF69D}"/>
              </a:ext>
            </a:extLst>
          </p:cNvPr>
          <p:cNvSpPr/>
          <p:nvPr/>
        </p:nvSpPr>
        <p:spPr>
          <a:xfrm>
            <a:off x="7786741" y="-170656"/>
            <a:ext cx="167640" cy="720000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EAEB2A9-6ACF-938F-082C-2F81B1CF05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9936" y="424579"/>
            <a:ext cx="6179080" cy="307777"/>
          </a:xfrm>
          <a:prstGeom prst="rect">
            <a:avLst/>
          </a:prstGeom>
          <a:solidFill>
            <a:srgbClr val="B9B9B9"/>
          </a:solidFill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L" altLang="es-CL" sz="2000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Lucida Console" panose="020B0609040504020204" pitchFamily="49" charset="0"/>
              </a:rPr>
              <a:t>Let’s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kumimoji="0" lang="es-CL" altLang="es-CL" sz="2000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Lucida Console" panose="020B0609040504020204" pitchFamily="49" charset="0"/>
              </a:rPr>
              <a:t>Check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kumimoji="0" lang="es-CL" altLang="es-CL" sz="2000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Lucida Console" panose="020B0609040504020204" pitchFamily="49" charset="0"/>
              </a:rPr>
              <a:t>How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kumimoji="0" lang="es-CL" altLang="es-CL" sz="2000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Lucida Console" panose="020B0609040504020204" pitchFamily="49" charset="0"/>
              </a:rPr>
              <a:t>it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kumimoji="0" lang="es-CL" altLang="es-CL" sz="2000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Lucida Console" panose="020B0609040504020204" pitchFamily="49" charset="0"/>
              </a:rPr>
              <a:t>Categorized</a:t>
            </a: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Lucida Console" panose="020B0609040504020204" pitchFamily="49" charset="0"/>
              </a:rPr>
              <a:t> :D</a:t>
            </a: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C2D41934-7995-25A3-D0B5-A380DD0B3FC0}"/>
              </a:ext>
            </a:extLst>
          </p:cNvPr>
          <p:cNvSpPr/>
          <p:nvPr/>
        </p:nvSpPr>
        <p:spPr>
          <a:xfrm>
            <a:off x="156878" y="0"/>
            <a:ext cx="8867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5400" b="1" cap="none" spc="0" dirty="0">
                <a:ln/>
                <a:solidFill>
                  <a:schemeClr val="accent4"/>
                </a:solidFill>
                <a:effectLst/>
              </a:rPr>
              <a:t>10</a:t>
            </a:r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B46E6514-D9DD-4102-FC1B-51791A4F40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1045" y="1120514"/>
            <a:ext cx="10782492" cy="4616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172426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C979931C-91A5-4B03-64C4-A797D5DD5687}"/>
              </a:ext>
            </a:extLst>
          </p:cNvPr>
          <p:cNvSpPr/>
          <p:nvPr/>
        </p:nvSpPr>
        <p:spPr>
          <a:xfrm>
            <a:off x="5572375" y="-171000"/>
            <a:ext cx="167641" cy="401148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0354DA65-C148-E11F-B06D-DE311CF17030}"/>
              </a:ext>
            </a:extLst>
          </p:cNvPr>
          <p:cNvSpPr/>
          <p:nvPr/>
        </p:nvSpPr>
        <p:spPr>
          <a:xfrm rot="16200000">
            <a:off x="8790190" y="438668"/>
            <a:ext cx="183994" cy="661963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D6B305FE-6E58-EFFA-4B36-FDE53CE8D18D}"/>
              </a:ext>
            </a:extLst>
          </p:cNvPr>
          <p:cNvSpPr/>
          <p:nvPr/>
        </p:nvSpPr>
        <p:spPr>
          <a:xfrm rot="16200000">
            <a:off x="6078722" y="-1793055"/>
            <a:ext cx="199498" cy="3567059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357BA59-1EAF-60FC-0EAF-571350CAAD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50476" y="373260"/>
            <a:ext cx="6179080" cy="307777"/>
          </a:xfrm>
          <a:prstGeom prst="rect">
            <a:avLst/>
          </a:prstGeom>
          <a:solidFill>
            <a:srgbClr val="B9B9B9"/>
          </a:solidFill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s-CL" altLang="es-CL" sz="20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Lucida Console" panose="020B0609040504020204" pitchFamily="49" charset="0"/>
              </a:rPr>
              <a:t>ROC AND BIC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CD818295-4BB5-A65D-A715-338B04FC38A4}"/>
              </a:ext>
            </a:extLst>
          </p:cNvPr>
          <p:cNvSpPr/>
          <p:nvPr/>
        </p:nvSpPr>
        <p:spPr>
          <a:xfrm>
            <a:off x="156878" y="0"/>
            <a:ext cx="8867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5400" b="1" cap="none" spc="0" dirty="0">
                <a:ln/>
                <a:solidFill>
                  <a:schemeClr val="accent4"/>
                </a:solidFill>
                <a:effectLst/>
              </a:rPr>
              <a:t>11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444E5EE7-48AC-23C4-6A85-784DAA788713}"/>
              </a:ext>
            </a:extLst>
          </p:cNvPr>
          <p:cNvSpPr txBox="1"/>
          <p:nvPr/>
        </p:nvSpPr>
        <p:spPr>
          <a:xfrm>
            <a:off x="7962001" y="4607303"/>
            <a:ext cx="3107596" cy="156966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/>
              <a:t>Area under the curve: 0.9043</a:t>
            </a:r>
          </a:p>
          <a:p>
            <a:r>
              <a:rPr lang="en-US" sz="2400" dirty="0"/>
              <a:t>BIC: </a:t>
            </a:r>
          </a:p>
          <a:p>
            <a:r>
              <a:rPr lang="en-US" sz="2400" dirty="0"/>
              <a:t>-59.01372</a:t>
            </a:r>
            <a:endParaRPr lang="es-CL" sz="2400" dirty="0"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684CA44B-95FB-122D-E50C-39D5D79F634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375" r="4485"/>
          <a:stretch/>
        </p:blipFill>
        <p:spPr>
          <a:xfrm>
            <a:off x="838200" y="923330"/>
            <a:ext cx="6121091" cy="395149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0" name="Marcador de contenido 9">
            <a:extLst>
              <a:ext uri="{FF2B5EF4-FFF2-40B4-BE49-F238E27FC236}">
                <a16:creationId xmlns:a16="http://schemas.microsoft.com/office/drawing/2014/main" id="{A4B7AEE9-5F30-DEF2-FE2D-725E788491A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7640613" y="1531663"/>
            <a:ext cx="2174823" cy="424732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dirty="0"/>
              <a:t>Formula BIC: </a:t>
            </a:r>
            <a:endParaRPr lang="es-CL" sz="2400" dirty="0"/>
          </a:p>
        </p:txBody>
      </p:sp>
    </p:spTree>
    <p:extLst>
      <p:ext uri="{BB962C8B-B14F-4D97-AF65-F5344CB8AC3E}">
        <p14:creationId xmlns:p14="http://schemas.microsoft.com/office/powerpoint/2010/main" val="301966109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450B76D0-DA15-496E-88BD-C59322BF7ACC}"/>
              </a:ext>
            </a:extLst>
          </p:cNvPr>
          <p:cNvSpPr/>
          <p:nvPr/>
        </p:nvSpPr>
        <p:spPr>
          <a:xfrm rot="16200000">
            <a:off x="6004002" y="-2347518"/>
            <a:ext cx="183994" cy="12192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81F8CD08-856B-6FAE-887A-917F4DB16B0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1083" b="62845"/>
          <a:stretch/>
        </p:blipFill>
        <p:spPr>
          <a:xfrm>
            <a:off x="10137193" y="2330921"/>
            <a:ext cx="4109613" cy="1325563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34E54DBF-4AEC-E9D7-CCF1-1B3E5F6A6D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6459" y="307776"/>
            <a:ext cx="6179080" cy="307777"/>
          </a:xfrm>
          <a:prstGeom prst="rect">
            <a:avLst/>
          </a:prstGeom>
          <a:solidFill>
            <a:srgbClr val="B9B9B9"/>
          </a:solidFill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s-CL" altLang="es-CL" sz="2000" b="0" i="0" u="none" strike="noStrike" cap="none" normalizeH="0" baseline="0" dirty="0">
              <a:ln>
                <a:noFill/>
              </a:ln>
              <a:solidFill>
                <a:srgbClr val="F8F8F2"/>
              </a:solidFill>
              <a:effectLst/>
              <a:latin typeface="Lucida Console" panose="020B0609040504020204" pitchFamily="49" charset="0"/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A42184D4-8DCC-F46A-6F45-671C46C87B4A}"/>
              </a:ext>
            </a:extLst>
          </p:cNvPr>
          <p:cNvSpPr/>
          <p:nvPr/>
        </p:nvSpPr>
        <p:spPr>
          <a:xfrm>
            <a:off x="156878" y="0"/>
            <a:ext cx="8867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5400" b="1" cap="none" spc="0" dirty="0">
                <a:ln/>
                <a:solidFill>
                  <a:schemeClr val="accent4"/>
                </a:solidFill>
                <a:effectLst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057080470"/>
      </p:ext>
    </p:extLst>
  </p:cSld>
  <p:clrMapOvr>
    <a:masterClrMapping/>
  </p:clrMapOvr>
  <p:transition spd="slow">
    <p:push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F8AFEF33-DF76-5F17-CD86-C67636AD28B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31083" b="62845"/>
          <a:stretch/>
        </p:blipFill>
        <p:spPr>
          <a:xfrm>
            <a:off x="-2054808" y="2330921"/>
            <a:ext cx="4109613" cy="1325563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8567B010-AFF9-05E8-5515-4B5A53D5934D}"/>
              </a:ext>
            </a:extLst>
          </p:cNvPr>
          <p:cNvSpPr/>
          <p:nvPr/>
        </p:nvSpPr>
        <p:spPr>
          <a:xfrm rot="16200000">
            <a:off x="6004002" y="-2347518"/>
            <a:ext cx="183994" cy="12192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9" name="AutoShape 2">
            <a:extLst>
              <a:ext uri="{FF2B5EF4-FFF2-40B4-BE49-F238E27FC236}">
                <a16:creationId xmlns:a16="http://schemas.microsoft.com/office/drawing/2014/main" id="{C9127E32-CB5B-3526-28D8-D98C8B98B22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7E46CE8E-D0B8-E7DF-448A-13F72737D3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460" y="373260"/>
            <a:ext cx="6179080" cy="307777"/>
          </a:xfrm>
          <a:prstGeom prst="rect">
            <a:avLst/>
          </a:prstGeom>
          <a:solidFill>
            <a:srgbClr val="B9B9B9"/>
          </a:solidFill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s-CL" altLang="es-CL" sz="2000" b="0" i="0" u="none" strike="noStrike" cap="none" normalizeH="0" baseline="0" dirty="0">
              <a:ln>
                <a:noFill/>
              </a:ln>
              <a:solidFill>
                <a:srgbClr val="F8F8F2"/>
              </a:solidFill>
              <a:effectLst/>
              <a:latin typeface="Lucida Console" panose="020B0609040504020204" pitchFamily="49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089D3AE-41CE-0FA8-76F3-A1B6EF5E4655}"/>
              </a:ext>
            </a:extLst>
          </p:cNvPr>
          <p:cNvSpPr/>
          <p:nvPr/>
        </p:nvSpPr>
        <p:spPr>
          <a:xfrm>
            <a:off x="156878" y="0"/>
            <a:ext cx="8867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5400" b="1" cap="none" spc="0" dirty="0">
                <a:ln/>
                <a:solidFill>
                  <a:schemeClr val="accent4"/>
                </a:solidFill>
                <a:effectLst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062474568"/>
      </p:ext>
    </p:extLst>
  </p:cSld>
  <p:clrMapOvr>
    <a:masterClrMapping/>
  </p:clrMapOvr>
  <p:transition spd="slow">
    <p:push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F6CC6777-67B5-149F-E70A-C53A6A5654A6}"/>
              </a:ext>
            </a:extLst>
          </p:cNvPr>
          <p:cNvSpPr/>
          <p:nvPr/>
        </p:nvSpPr>
        <p:spPr>
          <a:xfrm rot="16200000">
            <a:off x="1348002" y="2308482"/>
            <a:ext cx="183994" cy="2880000"/>
          </a:xfrm>
          <a:prstGeom prst="rect">
            <a:avLst/>
          </a:prstGeom>
          <a:solidFill>
            <a:srgbClr val="7F7F7F"/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CC18EEF4-A861-837E-06E6-5BA1CC658F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460" y="219372"/>
            <a:ext cx="6179080" cy="615553"/>
          </a:xfrm>
          <a:prstGeom prst="rect">
            <a:avLst/>
          </a:prstGeom>
          <a:solidFill>
            <a:srgbClr val="B9B9B9"/>
          </a:solidFill>
          <a:ln>
            <a:noFill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MX" altLang="es-CL" sz="2000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Lucida Console" panose="020B0609040504020204" pitchFamily="49" charset="0"/>
              </a:rPr>
              <a:t>What</a:t>
            </a:r>
            <a:r>
              <a:rPr kumimoji="0" lang="es-MX" altLang="es-CL" sz="20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kumimoji="0" lang="es-MX" altLang="es-CL" sz="2000" b="0" i="0" u="none" strike="noStrike" cap="none" normalizeH="0" baseline="0" dirty="0" err="1">
                <a:ln>
                  <a:noFill/>
                </a:ln>
                <a:solidFill>
                  <a:srgbClr val="F8F8F2"/>
                </a:solidFill>
                <a:effectLst/>
                <a:latin typeface="Lucida Console" panose="020B0609040504020204" pitchFamily="49" charset="0"/>
              </a:rPr>
              <a:t>Happened</a:t>
            </a:r>
            <a:endParaRPr lang="es-CL" sz="2000" dirty="0">
              <a:solidFill>
                <a:srgbClr val="F8F8F2"/>
              </a:solidFill>
              <a:latin typeface="Lucida Console" panose="020B0609040504020204" pitchFamily="49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s-MX" altLang="es-CL" sz="2000" b="0" i="0" u="none" strike="noStrike" cap="none" normalizeH="0" baseline="0" dirty="0">
                <a:ln>
                  <a:noFill/>
                </a:ln>
                <a:solidFill>
                  <a:srgbClr val="F8F8F2"/>
                </a:solidFill>
                <a:effectLst/>
                <a:latin typeface="Lucida Console" panose="020B0609040504020204" pitchFamily="49" charset="0"/>
              </a:rPr>
              <a:t> </a:t>
            </a:r>
            <a:r>
              <a:rPr lang="es-MX" altLang="es-CL" sz="2000" dirty="0" err="1">
                <a:solidFill>
                  <a:srgbClr val="F8F8F2"/>
                </a:solidFill>
                <a:latin typeface="Lucida Console" panose="020B0609040504020204" pitchFamily="49" charset="0"/>
              </a:rPr>
              <a:t>with</a:t>
            </a:r>
            <a:r>
              <a:rPr lang="es-MX" altLang="es-CL" sz="2000" dirty="0">
                <a:solidFill>
                  <a:srgbClr val="F8F8F2"/>
                </a:solidFill>
                <a:latin typeface="Lucida Console" panose="020B0609040504020204" pitchFamily="49" charset="0"/>
              </a:rPr>
              <a:t> </a:t>
            </a:r>
            <a:r>
              <a:rPr lang="es-CL" sz="2000" dirty="0" err="1">
                <a:solidFill>
                  <a:srgbClr val="F8F8F2"/>
                </a:solidFill>
                <a:latin typeface="Lucida Console" panose="020B0609040504020204" pitchFamily="49" charset="0"/>
              </a:rPr>
              <a:t>Atmospheric</a:t>
            </a:r>
            <a:r>
              <a:rPr lang="es-CL" sz="2000" dirty="0">
                <a:solidFill>
                  <a:srgbClr val="F8F8F2"/>
                </a:solidFill>
                <a:latin typeface="Lucida Console" panose="020B0609040504020204" pitchFamily="49" charset="0"/>
              </a:rPr>
              <a:t> </a:t>
            </a:r>
            <a:r>
              <a:rPr lang="es-CL" sz="2000" dirty="0" err="1">
                <a:solidFill>
                  <a:srgbClr val="F8F8F2"/>
                </a:solidFill>
                <a:latin typeface="Lucida Console" panose="020B0609040504020204" pitchFamily="49" charset="0"/>
              </a:rPr>
              <a:t>factors</a:t>
            </a:r>
            <a:r>
              <a:rPr lang="es-CL" sz="2000" dirty="0">
                <a:solidFill>
                  <a:srgbClr val="F8F8F2"/>
                </a:solidFill>
                <a:latin typeface="Lucida Console" panose="020B0609040504020204" pitchFamily="49" charset="0"/>
              </a:rPr>
              <a:t>?</a:t>
            </a:r>
            <a:endParaRPr kumimoji="0" lang="es-CL" altLang="es-CL" sz="2000" b="0" i="0" u="none" strike="noStrike" cap="none" normalizeH="0" baseline="0" dirty="0">
              <a:ln>
                <a:noFill/>
              </a:ln>
              <a:solidFill>
                <a:srgbClr val="F8F8F2"/>
              </a:solidFill>
              <a:effectLst/>
              <a:latin typeface="Lucida Console" panose="020B0609040504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6526018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FEDCFB-0665-DA62-F0A0-B1A8BA637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831" y="557712"/>
            <a:ext cx="10515600" cy="1325563"/>
          </a:xfrm>
        </p:spPr>
        <p:txBody>
          <a:bodyPr/>
          <a:lstStyle/>
          <a:p>
            <a:r>
              <a:rPr lang="es-MX" b="1" dirty="0" err="1"/>
              <a:t>Conclusions</a:t>
            </a:r>
            <a:endParaRPr lang="es-CL" b="1" dirty="0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7752F423-2B45-A2EA-B876-84D42B266C7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 contrast="40000"/>
                    </a14:imgEffect>
                  </a14:imgLayer>
                </a14:imgProps>
              </a:ext>
            </a:extLst>
          </a:blip>
          <a:srcRect t="4696" r="-2" b="16492"/>
          <a:stretch/>
        </p:blipFill>
        <p:spPr>
          <a:xfrm rot="10800000">
            <a:off x="-426720" y="3601281"/>
            <a:ext cx="13045440" cy="5783188"/>
          </a:xfrm>
          <a:prstGeom prst="rect">
            <a:avLst/>
          </a:prstGeom>
          <a:effectLst>
            <a:reflection blurRad="6350" stA="50000" endA="300" endPos="90000" dir="5400000" sy="-100000" algn="bl" rotWithShape="0"/>
            <a:softEdge rad="317500"/>
          </a:effectLst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3BA54343-CCC4-6A24-36CA-C56491454018}"/>
              </a:ext>
            </a:extLst>
          </p:cNvPr>
          <p:cNvSpPr txBox="1"/>
          <p:nvPr/>
        </p:nvSpPr>
        <p:spPr>
          <a:xfrm>
            <a:off x="970382" y="1792402"/>
            <a:ext cx="102823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400" i="1" dirty="0">
                <a:solidFill>
                  <a:srgbClr val="00B050"/>
                </a:solidFill>
              </a:rPr>
              <a:t>1. </a:t>
            </a:r>
            <a:r>
              <a:rPr lang="es-CL" sz="2400" i="1" dirty="0"/>
              <a:t>HMM </a:t>
            </a:r>
            <a:r>
              <a:rPr lang="es-CL" sz="2400" i="1" dirty="0" err="1"/>
              <a:t>performs</a:t>
            </a:r>
            <a:r>
              <a:rPr lang="es-CL" sz="2400" i="1" dirty="0"/>
              <a:t> </a:t>
            </a:r>
            <a:r>
              <a:rPr lang="es-CL" sz="2400" i="1" dirty="0" err="1"/>
              <a:t>better</a:t>
            </a:r>
            <a:r>
              <a:rPr lang="es-CL" sz="2400" i="1" dirty="0"/>
              <a:t> </a:t>
            </a:r>
            <a:r>
              <a:rPr lang="es-CL" sz="2400" i="1" dirty="0" err="1"/>
              <a:t>than</a:t>
            </a:r>
            <a:r>
              <a:rPr lang="es-CL" sz="2400" i="1" dirty="0"/>
              <a:t> </a:t>
            </a:r>
            <a:r>
              <a:rPr lang="es-CL" sz="2400" i="1" dirty="0" err="1"/>
              <a:t>MClust</a:t>
            </a:r>
            <a:r>
              <a:rPr lang="es-CL" sz="2400" i="1" dirty="0"/>
              <a:t> </a:t>
            </a:r>
            <a:r>
              <a:rPr lang="es-CL" sz="2400" i="1" dirty="0" err="1"/>
              <a:t>we</a:t>
            </a:r>
            <a:r>
              <a:rPr lang="es-CL" sz="2400" i="1" dirty="0"/>
              <a:t> </a:t>
            </a:r>
            <a:r>
              <a:rPr lang="es-CL" sz="2400" i="1" dirty="0" err="1"/>
              <a:t>take</a:t>
            </a:r>
            <a:r>
              <a:rPr lang="es-CL" sz="2400" i="1" dirty="0"/>
              <a:t> </a:t>
            </a:r>
            <a:r>
              <a:rPr lang="es-CL" sz="2400" i="1" dirty="0" err="1"/>
              <a:t>into</a:t>
            </a:r>
            <a:r>
              <a:rPr lang="es-CL" sz="2400" i="1" dirty="0"/>
              <a:t> </a:t>
            </a:r>
            <a:r>
              <a:rPr lang="es-CL" sz="2400" i="1" dirty="0" err="1"/>
              <a:t>account</a:t>
            </a:r>
            <a:r>
              <a:rPr lang="es-CL" sz="2400" i="1" dirty="0"/>
              <a:t> time </a:t>
            </a:r>
            <a:r>
              <a:rPr lang="es-CL" sz="2400" i="1" dirty="0" err="1"/>
              <a:t>dependence</a:t>
            </a:r>
            <a:endParaRPr lang="es-CL" sz="2400" i="1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7E56997-4B17-3499-E285-5D68F23BC08D}"/>
              </a:ext>
            </a:extLst>
          </p:cNvPr>
          <p:cNvSpPr txBox="1"/>
          <p:nvPr/>
        </p:nvSpPr>
        <p:spPr>
          <a:xfrm>
            <a:off x="954831" y="2430402"/>
            <a:ext cx="1039896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400" i="1" dirty="0">
                <a:solidFill>
                  <a:srgbClr val="00B050"/>
                </a:solidFill>
              </a:rPr>
              <a:t>2. </a:t>
            </a:r>
            <a:r>
              <a:rPr lang="es-CL" sz="2400" i="1" dirty="0" err="1"/>
              <a:t>There's</a:t>
            </a:r>
            <a:r>
              <a:rPr lang="es-CL" sz="2400" i="1" dirty="0"/>
              <a:t> a </a:t>
            </a:r>
            <a:r>
              <a:rPr lang="es-CL" sz="2400" i="1" dirty="0" err="1"/>
              <a:t>trade</a:t>
            </a:r>
            <a:r>
              <a:rPr lang="es-CL" sz="2400" i="1" dirty="0"/>
              <a:t>-off </a:t>
            </a:r>
            <a:r>
              <a:rPr lang="es-CL" sz="2400" i="1" dirty="0" err="1"/>
              <a:t>because</a:t>
            </a:r>
            <a:r>
              <a:rPr lang="es-CL" sz="2400" i="1" dirty="0"/>
              <a:t> </a:t>
            </a:r>
            <a:r>
              <a:rPr lang="es-CL" sz="2400" i="1" dirty="0" err="1"/>
              <a:t>accuracy</a:t>
            </a:r>
            <a:r>
              <a:rPr lang="es-CL" sz="2400" i="1" dirty="0"/>
              <a:t> in </a:t>
            </a:r>
            <a:r>
              <a:rPr lang="es-CL" sz="2400" i="1" dirty="0" err="1"/>
              <a:t>the</a:t>
            </a:r>
            <a:r>
              <a:rPr lang="es-CL" sz="2400" i="1" dirty="0"/>
              <a:t> </a:t>
            </a:r>
            <a:r>
              <a:rPr lang="es-CL" sz="2400" i="1" dirty="0" err="1"/>
              <a:t>confusion</a:t>
            </a:r>
            <a:r>
              <a:rPr lang="es-CL" sz="2400" i="1" dirty="0"/>
              <a:t> </a:t>
            </a:r>
            <a:r>
              <a:rPr lang="es-CL" sz="2400" i="1" dirty="0" err="1"/>
              <a:t>matrix</a:t>
            </a:r>
            <a:r>
              <a:rPr lang="es-CL" sz="2400" i="1" dirty="0"/>
              <a:t> </a:t>
            </a:r>
            <a:r>
              <a:rPr lang="es-CL" sz="2400" i="1" dirty="0" err="1"/>
              <a:t>goes</a:t>
            </a:r>
            <a:r>
              <a:rPr lang="es-CL" sz="2400" i="1" dirty="0"/>
              <a:t> up </a:t>
            </a:r>
            <a:r>
              <a:rPr lang="es-CL" sz="2400" i="1" dirty="0" err="1"/>
              <a:t>but</a:t>
            </a:r>
            <a:r>
              <a:rPr lang="es-CL" sz="2400" i="1" dirty="0"/>
              <a:t> </a:t>
            </a:r>
            <a:r>
              <a:rPr lang="es-CL" sz="2400" i="1" dirty="0" err="1"/>
              <a:t>the</a:t>
            </a:r>
            <a:r>
              <a:rPr lang="es-CL" sz="2400" i="1" dirty="0"/>
              <a:t> BIC </a:t>
            </a:r>
            <a:r>
              <a:rPr lang="es-CL" sz="2400" i="1" dirty="0" err="1"/>
              <a:t>value</a:t>
            </a:r>
            <a:r>
              <a:rPr lang="es-CL" sz="2400" i="1" dirty="0"/>
              <a:t> </a:t>
            </a:r>
            <a:r>
              <a:rPr lang="es-CL" sz="2400" i="1" dirty="0" err="1"/>
              <a:t>skyrockets</a:t>
            </a:r>
            <a:endParaRPr lang="es-CL" sz="2400" i="1" dirty="0"/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779FF57-444A-8EF6-8295-B23B1474667F}"/>
              </a:ext>
            </a:extLst>
          </p:cNvPr>
          <p:cNvSpPr txBox="1"/>
          <p:nvPr/>
        </p:nvSpPr>
        <p:spPr>
          <a:xfrm>
            <a:off x="970382" y="3473164"/>
            <a:ext cx="1028233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CL" sz="2400" i="1" dirty="0">
                <a:solidFill>
                  <a:srgbClr val="00B050"/>
                </a:solidFill>
              </a:rPr>
              <a:t>3. </a:t>
            </a:r>
            <a:r>
              <a:rPr lang="es-CL" sz="2400" i="1" dirty="0" err="1"/>
              <a:t>Regarding</a:t>
            </a:r>
            <a:r>
              <a:rPr lang="es-CL" sz="2400" i="1" dirty="0"/>
              <a:t> </a:t>
            </a:r>
            <a:r>
              <a:rPr lang="es-CL" sz="2400" i="1" dirty="0" err="1"/>
              <a:t>our</a:t>
            </a:r>
            <a:r>
              <a:rPr lang="es-CL" sz="2400" i="1" dirty="0"/>
              <a:t> Project, </a:t>
            </a:r>
            <a:r>
              <a:rPr lang="es-CL" sz="2400" i="1" dirty="0" err="1"/>
              <a:t>futher</a:t>
            </a:r>
            <a:r>
              <a:rPr lang="es-CL" sz="2400" i="1" dirty="0"/>
              <a:t> </a:t>
            </a:r>
            <a:r>
              <a:rPr lang="es-CL" sz="2400" i="1" dirty="0" err="1"/>
              <a:t>studied</a:t>
            </a:r>
            <a:r>
              <a:rPr lang="es-CL" sz="2400" i="1" dirty="0"/>
              <a:t>.</a:t>
            </a:r>
          </a:p>
        </p:txBody>
      </p:sp>
      <p:pic>
        <p:nvPicPr>
          <p:cNvPr id="6146" name="Picture 2" descr="Food additives: Sulphur dioxide - Express Micro Science">
            <a:extLst>
              <a:ext uri="{FF2B5EF4-FFF2-40B4-BE49-F238E27FC236}">
                <a16:creationId xmlns:a16="http://schemas.microsoft.com/office/drawing/2014/main" id="{0A65F0E1-1898-6CFA-1409-F7DE0B69E2E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6154" b="89744" l="5750" r="91500">
                        <a14:foregroundMark x1="45750" y1="6154" x2="45750" y2="6154"/>
                        <a14:foregroundMark x1="52250" y1="7692" x2="52250" y2="7692"/>
                        <a14:foregroundMark x1="50250" y1="18462" x2="40000" y2="38462"/>
                        <a14:foregroundMark x1="40000" y1="38462" x2="27000" y2="48718"/>
                        <a14:foregroundMark x1="27000" y1="48718" x2="20000" y2="60513"/>
                        <a14:foregroundMark x1="20000" y1="60513" x2="9000" y2="60000"/>
                        <a14:foregroundMark x1="9000" y1="60000" x2="9500" y2="82051"/>
                        <a14:foregroundMark x1="9500" y1="82051" x2="14250" y2="97949"/>
                        <a14:foregroundMark x1="14250" y1="97949" x2="10000" y2="60513"/>
                        <a14:foregroundMark x1="10000" y1="60513" x2="13500" y2="78974"/>
                        <a14:foregroundMark x1="13500" y1="78974" x2="36500" y2="53333"/>
                        <a14:foregroundMark x1="36500" y1="53333" x2="44250" y2="36923"/>
                        <a14:foregroundMark x1="44250" y1="36923" x2="59750" y2="44615"/>
                        <a14:foregroundMark x1="59750" y1="44615" x2="82750" y2="77436"/>
                        <a14:foregroundMark x1="82750" y1="77436" x2="91750" y2="65128"/>
                        <a14:foregroundMark x1="91750" y1="65128" x2="83750" y2="84103"/>
                        <a14:foregroundMark x1="83750" y1="84103" x2="86500" y2="67179"/>
                        <a14:foregroundMark x1="86500" y1="67179" x2="48250" y2="11282"/>
                        <a14:foregroundMark x1="48250" y1="11282" x2="30250" y2="50769"/>
                        <a14:foregroundMark x1="30250" y1="50769" x2="8750" y2="50256"/>
                        <a14:foregroundMark x1="8750" y1="50256" x2="7750" y2="49744"/>
                        <a14:foregroundMark x1="47500" y1="27692" x2="56000" y2="40513"/>
                        <a14:foregroundMark x1="56000" y1="40513" x2="68250" y2="52821"/>
                        <a14:foregroundMark x1="68250" y1="52821" x2="50250" y2="29231"/>
                        <a14:foregroundMark x1="50250" y1="29231" x2="30250" y2="43077"/>
                        <a14:foregroundMark x1="30250" y1="43077" x2="19500" y2="62564"/>
                        <a14:foregroundMark x1="19500" y1="62564" x2="16000" y2="80513"/>
                        <a14:foregroundMark x1="16000" y1="80513" x2="9000" y2="56410"/>
                        <a14:foregroundMark x1="9000" y1="56410" x2="12250" y2="78462"/>
                        <a14:foregroundMark x1="12250" y1="78462" x2="22000" y2="57949"/>
                        <a14:foregroundMark x1="22000" y1="57949" x2="24000" y2="60000"/>
                        <a14:foregroundMark x1="83000" y1="61026" x2="91500" y2="52821"/>
                        <a14:foregroundMark x1="91500" y1="52821" x2="88000" y2="85128"/>
                        <a14:foregroundMark x1="88000" y1="85128" x2="83250" y2="63590"/>
                        <a14:foregroundMark x1="83250" y1="63590" x2="85250" y2="58974"/>
                        <a14:foregroundMark x1="90000" y1="55897" x2="89750" y2="83590"/>
                        <a14:foregroundMark x1="89750" y1="83590" x2="79500" y2="93846"/>
                        <a14:foregroundMark x1="79500" y1="93846" x2="77750" y2="67692"/>
                        <a14:foregroundMark x1="77750" y1="67692" x2="52250" y2="23077"/>
                        <a14:foregroundMark x1="52250" y1="23077" x2="51250" y2="5641"/>
                        <a14:foregroundMark x1="51250" y1="5641" x2="44500" y2="31282"/>
                        <a14:foregroundMark x1="44500" y1="31282" x2="25500" y2="52821"/>
                        <a14:foregroundMark x1="25500" y1="52821" x2="19500" y2="80513"/>
                        <a14:foregroundMark x1="19500" y1="80513" x2="9000" y2="86154"/>
                        <a14:foregroundMark x1="9000" y1="86154" x2="5750" y2="62564"/>
                        <a14:foregroundMark x1="5750" y1="62564" x2="8500" y2="50769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281576" y="917875"/>
            <a:ext cx="1195815" cy="582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8732ECCD-D4E9-AFA5-B159-8DF2461A3F96}"/>
              </a:ext>
            </a:extLst>
          </p:cNvPr>
          <p:cNvSpPr/>
          <p:nvPr/>
        </p:nvSpPr>
        <p:spPr>
          <a:xfrm>
            <a:off x="156878" y="0"/>
            <a:ext cx="886781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s-ES" sz="5400" b="1" cap="none" spc="0" dirty="0">
                <a:ln/>
                <a:solidFill>
                  <a:schemeClr val="accent4"/>
                </a:solidFill>
                <a:effectLst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879856277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ubrik 1">
            <a:extLst>
              <a:ext uri="{FF2B5EF4-FFF2-40B4-BE49-F238E27FC236}">
                <a16:creationId xmlns:a16="http://schemas.microsoft.com/office/drawing/2014/main" id="{08C97D2D-50D9-08AA-485F-144C17BF1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v-SE" dirty="0" err="1"/>
              <a:t>References</a:t>
            </a:r>
            <a:r>
              <a:rPr lang="sv-SE" dirty="0"/>
              <a:t>:</a:t>
            </a:r>
          </a:p>
        </p:txBody>
      </p:sp>
      <p:sp>
        <p:nvSpPr>
          <p:cNvPr id="3" name="Platshållare för innehåll 2">
            <a:extLst>
              <a:ext uri="{FF2B5EF4-FFF2-40B4-BE49-F238E27FC236}">
                <a16:creationId xmlns:a16="http://schemas.microsoft.com/office/drawing/2014/main" id="{A5F27827-BD3C-5823-4A5F-BE1949FEAE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sv-SE" sz="2800" b="0" u="none" strike="noStrike" dirty="0" err="1">
                <a:effectLst/>
                <a:latin typeface="Arial" panose="020B0604020202020204" pitchFamily="34" charset="0"/>
              </a:rPr>
              <a:t>Leroux</a:t>
            </a:r>
            <a:r>
              <a:rPr lang="sv-SE" sz="2800" b="0" u="none" strike="noStrike" dirty="0">
                <a:effectLst/>
                <a:latin typeface="Arial" panose="020B0604020202020204" pitchFamily="34" charset="0"/>
              </a:rPr>
              <a:t>, B. G., &amp; </a:t>
            </a:r>
            <a:r>
              <a:rPr lang="sv-SE" sz="2800" b="0" u="none" strike="noStrike" dirty="0" err="1">
                <a:effectLst/>
                <a:latin typeface="Arial" panose="020B0604020202020204" pitchFamily="34" charset="0"/>
              </a:rPr>
              <a:t>Puterman</a:t>
            </a:r>
            <a:r>
              <a:rPr lang="sv-SE" sz="2800" b="0" u="none" strike="noStrike" dirty="0">
                <a:effectLst/>
                <a:latin typeface="Arial" panose="020B0604020202020204" pitchFamily="34" charset="0"/>
              </a:rPr>
              <a:t>, M. L. (1992). Maximum-</a:t>
            </a:r>
            <a:r>
              <a:rPr lang="sv-SE" sz="2800" b="0" u="none" strike="noStrike" dirty="0" err="1">
                <a:effectLst/>
                <a:latin typeface="Arial" panose="020B0604020202020204" pitchFamily="34" charset="0"/>
              </a:rPr>
              <a:t>penalized</a:t>
            </a:r>
            <a:r>
              <a:rPr lang="sv-SE" sz="2800" b="0" u="none" strike="noStrike" dirty="0">
                <a:effectLst/>
                <a:latin typeface="Arial" panose="020B0604020202020204" pitchFamily="34" charset="0"/>
              </a:rPr>
              <a:t>-</a:t>
            </a:r>
            <a:r>
              <a:rPr lang="sv-SE" sz="2800" b="0" u="none" strike="noStrike" dirty="0" err="1">
                <a:effectLst/>
                <a:latin typeface="Arial" panose="020B0604020202020204" pitchFamily="34" charset="0"/>
              </a:rPr>
              <a:t>likelihood</a:t>
            </a:r>
            <a:r>
              <a:rPr lang="sv-SE" sz="2800" b="0" u="none" strike="noStrike" dirty="0">
                <a:effectLst/>
                <a:latin typeface="Arial" panose="020B0604020202020204" pitchFamily="34" charset="0"/>
              </a:rPr>
              <a:t> </a:t>
            </a:r>
            <a:r>
              <a:rPr lang="sv-SE" sz="2800" b="0" u="none" strike="noStrike" dirty="0" err="1">
                <a:effectLst/>
                <a:latin typeface="Arial" panose="020B0604020202020204" pitchFamily="34" charset="0"/>
              </a:rPr>
              <a:t>estimation</a:t>
            </a:r>
            <a:r>
              <a:rPr lang="sv-SE" sz="2800" b="0" u="none" strike="noStrike" dirty="0">
                <a:effectLst/>
                <a:latin typeface="Arial" panose="020B0604020202020204" pitchFamily="34" charset="0"/>
              </a:rPr>
              <a:t> for independent and Markov-</a:t>
            </a:r>
            <a:r>
              <a:rPr lang="sv-SE" sz="2800" b="0" u="none" strike="noStrike" dirty="0" err="1">
                <a:effectLst/>
                <a:latin typeface="Arial" panose="020B0604020202020204" pitchFamily="34" charset="0"/>
              </a:rPr>
              <a:t>dependent</a:t>
            </a:r>
            <a:r>
              <a:rPr lang="sv-SE" sz="2800" b="0" u="none" strike="noStrike" dirty="0">
                <a:effectLst/>
                <a:latin typeface="Arial" panose="020B0604020202020204" pitchFamily="34" charset="0"/>
              </a:rPr>
              <a:t> </a:t>
            </a:r>
            <a:r>
              <a:rPr lang="sv-SE" sz="2800" b="0" u="none" strike="noStrike" dirty="0" err="1">
                <a:effectLst/>
                <a:latin typeface="Arial" panose="020B0604020202020204" pitchFamily="34" charset="0"/>
              </a:rPr>
              <a:t>mixture</a:t>
            </a:r>
            <a:r>
              <a:rPr lang="sv-SE" sz="2800" b="0" u="none" strike="noStrike" dirty="0">
                <a:effectLst/>
                <a:latin typeface="Arial" panose="020B0604020202020204" pitchFamily="34" charset="0"/>
              </a:rPr>
              <a:t> </a:t>
            </a:r>
            <a:r>
              <a:rPr lang="sv-SE" sz="2800" b="0" u="none" strike="noStrike" dirty="0" err="1">
                <a:effectLst/>
                <a:latin typeface="Arial" panose="020B0604020202020204" pitchFamily="34" charset="0"/>
              </a:rPr>
              <a:t>models</a:t>
            </a:r>
            <a:r>
              <a:rPr lang="sv-SE" sz="2800" b="0" u="none" strike="noStrike" dirty="0">
                <a:effectLst/>
                <a:latin typeface="Arial" panose="020B0604020202020204" pitchFamily="34" charset="0"/>
              </a:rPr>
              <a:t>. Biometrics, 545-558.</a:t>
            </a:r>
            <a:endParaRPr lang="sv-SE" b="0" dirty="0">
              <a:effectLst/>
            </a:endParaRPr>
          </a:p>
          <a:p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4108764486"/>
      </p:ext>
    </p:extLst>
  </p:cSld>
  <p:clrMapOvr>
    <a:masterClrMapping/>
  </p:clrMapOvr>
  <p:transition spd="slow">
    <p:push dir="u"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2506FE-D916-28A0-6C26-08FDE36A5B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A30279D-7B3F-0CAF-C5AB-33624B216F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/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79FC0C8-E7D5-08C0-46ED-A1B4D71C43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3711" y="514376"/>
            <a:ext cx="7171188" cy="5058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046033"/>
      </p:ext>
    </p:extLst>
  </p:cSld>
  <p:clrMapOvr>
    <a:masterClrMapping/>
  </p:clrMapOvr>
  <p:transition spd="slow">
    <p:push dir="u"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BDDF42-D497-6415-CCF3-97D581E9B0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9FD0479-3C13-C8DC-1039-01C0035B2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CL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BE6296C-A624-95AA-638A-C7C1E0D3A52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177" b="4045"/>
          <a:stretch/>
        </p:blipFill>
        <p:spPr>
          <a:xfrm>
            <a:off x="0" y="426720"/>
            <a:ext cx="12192000" cy="6431280"/>
          </a:xfrm>
          <a:prstGeom prst="rect">
            <a:avLst/>
          </a:prstGeom>
        </p:spPr>
      </p:pic>
      <p:pic>
        <p:nvPicPr>
          <p:cNvPr id="7" name="Google Shape;279;p13">
            <a:extLst>
              <a:ext uri="{FF2B5EF4-FFF2-40B4-BE49-F238E27FC236}">
                <a16:creationId xmlns:a16="http://schemas.microsoft.com/office/drawing/2014/main" id="{954E545A-D881-0B82-0F6E-5B2E886D4610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22007" y="2447637"/>
            <a:ext cx="5604702" cy="196272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8366549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653</TotalTime>
  <Words>733</Words>
  <Application>Microsoft Office PowerPoint</Application>
  <PresentationFormat>Panorámica</PresentationFormat>
  <Paragraphs>119</Paragraphs>
  <Slides>25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25</vt:i4>
      </vt:variant>
    </vt:vector>
  </HeadingPairs>
  <TitlesOfParts>
    <vt:vector size="35" baseType="lpstr">
      <vt:lpstr>Arial</vt:lpstr>
      <vt:lpstr>Calibri</vt:lpstr>
      <vt:lpstr>Calibri Light</vt:lpstr>
      <vt:lpstr>EB Garamond</vt:lpstr>
      <vt:lpstr>Lucida Console</vt:lpstr>
      <vt:lpstr>Maven Pro</vt:lpstr>
      <vt:lpstr>Söhne</vt:lpstr>
      <vt:lpstr>Times New Roman</vt:lpstr>
      <vt:lpstr>Wingdings</vt:lpstr>
      <vt:lpstr>Tema de Office</vt:lpstr>
      <vt:lpstr>Presentación de PowerPoint</vt:lpstr>
      <vt:lpstr>1</vt:lpstr>
      <vt:lpstr>VARIABLES</vt:lpstr>
      <vt:lpstr> The problem: Poner gausiana anterior Unsupervised learning  </vt:lpstr>
      <vt:lpstr>Presentación de PowerPoint</vt:lpstr>
      <vt:lpstr>Sensitity analysis and best model..</vt:lpstr>
      <vt:lpstr>Presentación de PowerPoint</vt:lpstr>
      <vt:lpstr>Presentación de PowerPoint</vt:lpstr>
      <vt:lpstr>Presentación de PowerPoint</vt:lpstr>
      <vt:lpstr>What are EXACTLY the clusters? MEANING</vt:lpstr>
      <vt:lpstr>What are EXACTLY the clusters? INDIVIDUAL GRAPHS (pon 4 scatter plots</vt:lpstr>
      <vt:lpstr>Presentación de PowerPoint</vt:lpstr>
      <vt:lpstr>Presentación de PowerPoint</vt:lpstr>
      <vt:lpstr>Results of the HMM</vt:lpstr>
      <vt:lpstr>Presentación de PowerPoint</vt:lpstr>
      <vt:lpstr>Categorization – Library(caret) to the rescue!!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Conclusions</vt:lpstr>
      <vt:lpstr>References: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Francisca Cajas G.</dc:creator>
  <cp:lastModifiedBy>Wilson Farfán Medina</cp:lastModifiedBy>
  <cp:revision>10</cp:revision>
  <dcterms:created xsi:type="dcterms:W3CDTF">2024-04-25T23:44:38Z</dcterms:created>
  <dcterms:modified xsi:type="dcterms:W3CDTF">2024-04-29T00:48:36Z</dcterms:modified>
</cp:coreProperties>
</file>